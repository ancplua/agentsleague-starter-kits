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
  </p:notesMasterIdLst>
  <p:sldIdLst>
    <p:sldId id="41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EA553-41F0-4ADE-9C17-0B79119E7394}" v="1" dt="2026-01-15T22:01:45.774"/>
    <p1510:client id="{97D9914F-BBC1-4220-BA84-1BBA1DE90E18}" v="221" dt="2026-01-15T01:47:46.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266"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C10360-7F2B-43B7-AE47-3D95E72B02E5}"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86178-B4BC-4168-845A-05655C68B09A}" type="slidenum">
              <a:rPr lang="en-US" smtClean="0"/>
              <a:t>‹#›</a:t>
            </a:fld>
            <a:endParaRPr lang="en-US" dirty="0"/>
          </a:p>
        </p:txBody>
      </p:sp>
    </p:spTree>
    <p:extLst>
      <p:ext uri="{BB962C8B-B14F-4D97-AF65-F5344CB8AC3E}">
        <p14:creationId xmlns:p14="http://schemas.microsoft.com/office/powerpoint/2010/main" val="24907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rgbClr val="FFF8F3"/>
        </a:solidFill>
        <a:effectLst/>
      </p:bgPr>
    </p:bg>
    <p:spTree>
      <p:nvGrpSpPr>
        <p:cNvPr id="1" name=""/>
        <p:cNvGrpSpPr/>
        <p:nvPr/>
      </p:nvGrpSpPr>
      <p:grpSpPr>
        <a:xfrm>
          <a:off x="0" y="0"/>
          <a:ext cx="0" cy="0"/>
          <a:chOff x="0" y="0"/>
          <a:chExt cx="0" cy="0"/>
        </a:xfrm>
      </p:grpSpPr>
      <p:pic>
        <p:nvPicPr>
          <p:cNvPr id="4" name="Picture 3" descr="A close-up of a spiral&#10;&#10;Description automatically generated">
            <a:extLst>
              <a:ext uri="{FF2B5EF4-FFF2-40B4-BE49-F238E27FC236}">
                <a16:creationId xmlns:a16="http://schemas.microsoft.com/office/drawing/2014/main" id="{361D5F98-BDD8-425B-488B-22D9DCB803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18D8C93-A68F-427F-AC31-AE3104AD1194}"/>
              </a:ext>
            </a:extLst>
          </p:cNvPr>
          <p:cNvSpPr/>
          <p:nvPr userDrawn="1"/>
        </p:nvSpPr>
        <p:spPr bwMode="auto">
          <a:xfrm>
            <a:off x="0" y="0"/>
            <a:ext cx="12192000" cy="6858000"/>
          </a:xfrm>
          <a:prstGeom prst="rect">
            <a:avLst/>
          </a:prstGeom>
          <a:solidFill>
            <a:schemeClr val="bg1">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17984"/>
            <a:ext cx="7758903" cy="615553"/>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7752752"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4D1E6E7-6980-34C8-5B50-9BC3D2B8E2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873815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5" name="Picture 4" descr="A blue sky with white clouds&#10;&#10;AI-generated content may be incorrect.">
            <a:extLst>
              <a:ext uri="{FF2B5EF4-FFF2-40B4-BE49-F238E27FC236}">
                <a16:creationId xmlns:a16="http://schemas.microsoft.com/office/drawing/2014/main" id="{D06997A8-9B2A-B93C-F597-79B38162AF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607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58B1CC-7E89-FC8B-DE61-81B2927808E2}"/>
              </a:ext>
              <a:ext uri="{C183D7F6-B498-43B3-948B-1728B52AA6E4}">
                <adec:decorative xmlns:adec="http://schemas.microsoft.com/office/drawing/2017/decorative" val="1"/>
              </a:ext>
            </a:extLst>
          </p:cNvPr>
          <p:cNvPicPr>
            <a:picLocks noChangeAspect="1"/>
          </p:cNvPicPr>
          <p:nvPr userDrawn="1"/>
        </p:nvPicPr>
        <p:blipFill rotWithShape="1">
          <a:blip r:embed="rId2">
            <a:duotone>
              <a:prstClr val="black"/>
              <a:srgbClr val="FFF8F3">
                <a:tint val="45000"/>
                <a:satMod val="400000"/>
              </a:srgbClr>
            </a:duotone>
          </a:blip>
          <a:srcRect t="7440" b="52893"/>
          <a:stretch/>
        </p:blipFill>
        <p:spPr>
          <a:xfrm>
            <a:off x="0" y="0"/>
            <a:ext cx="12191999" cy="6857999"/>
          </a:xfrm>
          <a:prstGeom prst="round2SameRect">
            <a:avLst>
              <a:gd name="adj1" fmla="val 0"/>
              <a:gd name="adj2" fmla="val 0"/>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72358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8297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pic>
        <p:nvPicPr>
          <p:cNvPr id="3" name="Picture 2" descr="A close-up of a curved object">
            <a:extLst>
              <a:ext uri="{FF2B5EF4-FFF2-40B4-BE49-F238E27FC236}">
                <a16:creationId xmlns:a16="http://schemas.microsoft.com/office/drawing/2014/main" id="{65978E02-7B42-4283-0732-A5ECD04C20F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D9B2C81-3582-FD54-9197-2A2E6EA52FF9}"/>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9160028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07777"/>
          </a:xfrm>
        </p:spPr>
        <p:txBody>
          <a:bodyPr tIns="0"/>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28025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Scenario six steps">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196B9EA-FBFB-4858-13AE-0D3B6A1BFE98}"/>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14" name="TextBox 13">
            <a:extLst>
              <a:ext uri="{FF2B5EF4-FFF2-40B4-BE49-F238E27FC236}">
                <a16:creationId xmlns:a16="http://schemas.microsoft.com/office/drawing/2014/main" id="{0510B21A-B692-149F-D60C-5E53B60E00B6}"/>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37" name="Step 5 Top">
            <a:extLst>
              <a:ext uri="{FF2B5EF4-FFF2-40B4-BE49-F238E27FC236}">
                <a16:creationId xmlns:a16="http://schemas.microsoft.com/office/drawing/2014/main" id="{6A995B05-0623-381A-BC20-075E020B55FB}"/>
              </a:ext>
            </a:extLst>
          </p:cNvPr>
          <p:cNvSpPr>
            <a:spLocks noGrp="1"/>
          </p:cNvSpPr>
          <p:nvPr>
            <p:ph type="body" sz="quarter" idx="3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71" name="Text Placeholder 70">
            <a:extLst>
              <a:ext uri="{FF2B5EF4-FFF2-40B4-BE49-F238E27FC236}">
                <a16:creationId xmlns:a16="http://schemas.microsoft.com/office/drawing/2014/main" id="{82157D41-F80D-AE68-F668-478CD741D476}"/>
              </a:ext>
            </a:extLst>
          </p:cNvPr>
          <p:cNvSpPr>
            <a:spLocks noGrp="1"/>
          </p:cNvSpPr>
          <p:nvPr>
            <p:ph type="body" sz="quarter" idx="33"/>
          </p:nvPr>
        </p:nvSpPr>
        <p:spPr>
          <a:xfrm>
            <a:off x="304796" y="413987"/>
            <a:ext cx="2057403" cy="307777"/>
          </a:xfrm>
        </p:spPr>
        <p:txBody>
          <a:bodyPr anchor="ctr"/>
          <a:lstStyle>
            <a:lvl1pPr marL="0" indent="0" algn="l" defTabSz="932742" rtl="0" eaLnBrk="1" latinLnBrk="0" hangingPunct="1">
              <a:lnSpc>
                <a:spcPct val="100000"/>
              </a:lnSpc>
              <a:spcBef>
                <a:spcPct val="0"/>
              </a:spcBef>
              <a:buNone/>
              <a:defRPr lang="en-US" sz="2000" b="0" kern="1200" cap="none" spc="-50" baseline="0" dirty="0">
                <a:ln w="3175">
                  <a:noFill/>
                </a:ln>
                <a:solidFill>
                  <a:schemeClr val="bg1"/>
                </a:solidFill>
                <a:effectLst/>
                <a:latin typeface="+mj-lt"/>
                <a:ea typeface="+mn-ea"/>
                <a:cs typeface="Segoe UI" pitchFamily="34" charset="0"/>
              </a:defRPr>
            </a:lvl1pPr>
            <a:lvl2pPr marL="228600" indent="0">
              <a:buNone/>
              <a:defRPr/>
            </a:lvl2pPr>
          </a:lstStyle>
          <a:p>
            <a:pPr lvl="0"/>
            <a:r>
              <a:rPr lang="en-US"/>
              <a:t>Click to edit</a:t>
            </a:r>
          </a:p>
        </p:txBody>
      </p:sp>
      <p:sp>
        <p:nvSpPr>
          <p:cNvPr id="75" name="Scenario Level">
            <a:extLst>
              <a:ext uri="{FF2B5EF4-FFF2-40B4-BE49-F238E27FC236}">
                <a16:creationId xmlns:a16="http://schemas.microsoft.com/office/drawing/2014/main" id="{1BB75DAB-4D8A-2933-BB52-0C94AA4816E3}"/>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5" name="Level">
            <a:extLst>
              <a:ext uri="{FF2B5EF4-FFF2-40B4-BE49-F238E27FC236}">
                <a16:creationId xmlns:a16="http://schemas.microsoft.com/office/drawing/2014/main" id="{D78A2D53-01ED-9D74-9712-451C6F321482}"/>
              </a:ext>
            </a:extLst>
          </p:cNvPr>
          <p:cNvSpPr>
            <a:spLocks noGrp="1"/>
          </p:cNvSpPr>
          <p:nvPr>
            <p:ph type="body" sz="quarter" idx="30"/>
          </p:nvPr>
        </p:nvSpPr>
        <p:spPr>
          <a:xfrm>
            <a:off x="10430351" y="521099"/>
            <a:ext cx="1456966" cy="175614"/>
          </a:xfrm>
        </p:spPr>
        <p:txBody>
          <a:bodyPr/>
          <a:lstStyle>
            <a:lvl1pPr marL="0" indent="0" algn="r">
              <a:spcBef>
                <a:spcPts val="0"/>
              </a:spcBef>
              <a:buNone/>
              <a:defRPr sz="1100" b="0"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 </a:t>
            </a:r>
          </a:p>
        </p:txBody>
      </p:sp>
      <p:sp>
        <p:nvSpPr>
          <p:cNvPr id="84" name="Available with">
            <a:extLst>
              <a:ext uri="{FF2B5EF4-FFF2-40B4-BE49-F238E27FC236}">
                <a16:creationId xmlns:a16="http://schemas.microsoft.com/office/drawing/2014/main" id="{8D8427AA-F015-D373-46E2-2EB1053D80CE}"/>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sp>
        <p:nvSpPr>
          <p:cNvPr id="103" name="Licenses">
            <a:extLst>
              <a:ext uri="{FF2B5EF4-FFF2-40B4-BE49-F238E27FC236}">
                <a16:creationId xmlns:a16="http://schemas.microsoft.com/office/drawing/2014/main" id="{6B562108-00FE-5F42-7550-13BB7DE58EA1}"/>
              </a:ext>
            </a:extLst>
          </p:cNvPr>
          <p:cNvSpPr>
            <a:spLocks noGrp="1"/>
          </p:cNvSpPr>
          <p:nvPr>
            <p:ph type="body" sz="quarter" idx="17"/>
          </p:nvPr>
        </p:nvSpPr>
        <p:spPr>
          <a:xfrm>
            <a:off x="7149557" y="521100"/>
            <a:ext cx="2969488" cy="169277"/>
          </a:xfrm>
        </p:spPr>
        <p:txBody>
          <a:bodyPr/>
          <a:lstStyle>
            <a:lvl1pPr marL="0" indent="0" algn="r">
              <a:spcBef>
                <a:spcPts val="0"/>
              </a:spcBef>
              <a:buNone/>
              <a:defRPr sz="1100" b="0"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2">
            <a:extLst>
              <a:ext uri="{FF2B5EF4-FFF2-40B4-BE49-F238E27FC236}">
                <a16:creationId xmlns:a16="http://schemas.microsoft.com/office/drawing/2014/main" id="{26B05CF8-4E6B-B8CC-5AA9-B8ED44639968}"/>
              </a:ext>
            </a:extLst>
          </p:cNvPr>
          <p:cNvSpPr>
            <a:spLocks noGrp="1"/>
          </p:cNvSpPr>
          <p:nvPr>
            <p:ph type="title"/>
          </p:nvPr>
        </p:nvSpPr>
        <p:spPr>
          <a:xfrm>
            <a:off x="2492556" y="429376"/>
            <a:ext cx="4144817" cy="276999"/>
          </a:xfrm>
        </p:spPr>
        <p:txBody>
          <a:bodyPr anchor="ctr"/>
          <a:lstStyle>
            <a:lvl1pPr>
              <a:defRPr lang="en-US" sz="1800" b="0" kern="1200" cap="none" spc="-50" baseline="0" dirty="0">
                <a:ln w="3175">
                  <a:noFill/>
                </a:ln>
                <a:solidFill>
                  <a:schemeClr val="tx1"/>
                </a:solidFill>
                <a:effectLst/>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a:t>
            </a:r>
          </a:p>
        </p:txBody>
      </p:sp>
      <p:sp>
        <p:nvSpPr>
          <p:cNvPr id="74" name="Rectangle: Top Corners Rounded 73">
            <a:extLst>
              <a:ext uri="{FF2B5EF4-FFF2-40B4-BE49-F238E27FC236}">
                <a16:creationId xmlns:a16="http://schemas.microsoft.com/office/drawing/2014/main" id="{9C693E26-EC61-AEAC-C1C4-733CBC83CC4A}"/>
              </a:ext>
            </a:extLst>
          </p:cNvPr>
          <p:cNvSpPr>
            <a:spLocks/>
          </p:cNvSpPr>
          <p:nvPr userDrawn="1"/>
        </p:nvSpPr>
        <p:spPr bwMode="auto">
          <a:xfrm rot="16200000" flipV="1">
            <a:off x="6107793" y="-1681313"/>
            <a:ext cx="2612241" cy="8679949"/>
          </a:xfrm>
          <a:custGeom>
            <a:avLst/>
            <a:gdLst>
              <a:gd name="connsiteX0" fmla="*/ 163683 w 2612241"/>
              <a:gd name="connsiteY0" fmla="*/ 0 h 8666696"/>
              <a:gd name="connsiteX1" fmla="*/ 2448558 w 2612241"/>
              <a:gd name="connsiteY1" fmla="*/ 0 h 8666696"/>
              <a:gd name="connsiteX2" fmla="*/ 2612241 w 2612241"/>
              <a:gd name="connsiteY2" fmla="*/ 163683 h 8666696"/>
              <a:gd name="connsiteX3" fmla="*/ 2612241 w 2612241"/>
              <a:gd name="connsiteY3" fmla="*/ 8666696 h 8666696"/>
              <a:gd name="connsiteX4" fmla="*/ 2612241 w 2612241"/>
              <a:gd name="connsiteY4" fmla="*/ 8666696 h 8666696"/>
              <a:gd name="connsiteX5" fmla="*/ 0 w 2612241"/>
              <a:gd name="connsiteY5" fmla="*/ 8666696 h 8666696"/>
              <a:gd name="connsiteX6" fmla="*/ 0 w 2612241"/>
              <a:gd name="connsiteY6" fmla="*/ 8666696 h 8666696"/>
              <a:gd name="connsiteX7" fmla="*/ 0 w 2612241"/>
              <a:gd name="connsiteY7" fmla="*/ 163683 h 8666696"/>
              <a:gd name="connsiteX8" fmla="*/ 163683 w 2612241"/>
              <a:gd name="connsiteY8" fmla="*/ 0 h 8666696"/>
              <a:gd name="connsiteX0" fmla="*/ 0 w 2612241"/>
              <a:gd name="connsiteY0" fmla="*/ 8666696 h 8758136"/>
              <a:gd name="connsiteX1" fmla="*/ 0 w 2612241"/>
              <a:gd name="connsiteY1" fmla="*/ 163683 h 8758136"/>
              <a:gd name="connsiteX2" fmla="*/ 163683 w 2612241"/>
              <a:gd name="connsiteY2" fmla="*/ 0 h 8758136"/>
              <a:gd name="connsiteX3" fmla="*/ 2448558 w 2612241"/>
              <a:gd name="connsiteY3" fmla="*/ 0 h 8758136"/>
              <a:gd name="connsiteX4" fmla="*/ 2612241 w 2612241"/>
              <a:gd name="connsiteY4" fmla="*/ 163683 h 8758136"/>
              <a:gd name="connsiteX5" fmla="*/ 2612241 w 2612241"/>
              <a:gd name="connsiteY5" fmla="*/ 8666696 h 8758136"/>
              <a:gd name="connsiteX6" fmla="*/ 2612241 w 2612241"/>
              <a:gd name="connsiteY6" fmla="*/ 8666696 h 8758136"/>
              <a:gd name="connsiteX7" fmla="*/ 0 w 2612241"/>
              <a:gd name="connsiteY7" fmla="*/ 8666696 h 8758136"/>
              <a:gd name="connsiteX8" fmla="*/ 91440 w 2612241"/>
              <a:gd name="connsiteY8" fmla="*/ 8758136 h 875813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7" fmla="*/ 0 w 2612241"/>
              <a:gd name="connsiteY7" fmla="*/ 8666696 h 866669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241" h="8666696">
                <a:moveTo>
                  <a:pt x="0" y="8666696"/>
                </a:moveTo>
                <a:lnTo>
                  <a:pt x="0" y="163683"/>
                </a:lnTo>
                <a:cubicBezTo>
                  <a:pt x="0" y="73283"/>
                  <a:pt x="73283" y="0"/>
                  <a:pt x="163683" y="0"/>
                </a:cubicBezTo>
                <a:lnTo>
                  <a:pt x="2448558" y="0"/>
                </a:lnTo>
                <a:cubicBezTo>
                  <a:pt x="2538958" y="0"/>
                  <a:pt x="2612241" y="73283"/>
                  <a:pt x="2612241" y="163683"/>
                </a:cubicBezTo>
                <a:lnTo>
                  <a:pt x="2612241" y="8666696"/>
                </a:lnTo>
                <a:lnTo>
                  <a:pt x="2612241" y="8666696"/>
                </a:lnTo>
              </a:path>
            </a:pathLst>
          </a:cu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45" name="Group 44">
            <a:extLst>
              <a:ext uri="{FF2B5EF4-FFF2-40B4-BE49-F238E27FC236}">
                <a16:creationId xmlns:a16="http://schemas.microsoft.com/office/drawing/2014/main" id="{68467A5F-7BA2-6E3A-1EFE-31FAA4F5B267}"/>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46" name="Oval 45">
              <a:extLst>
                <a:ext uri="{FF2B5EF4-FFF2-40B4-BE49-F238E27FC236}">
                  <a16:creationId xmlns:a16="http://schemas.microsoft.com/office/drawing/2014/main" id="{1514AE07-2437-886C-64BF-90FCDB18900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47" name="Rectangle 89">
              <a:extLst>
                <a:ext uri="{FF2B5EF4-FFF2-40B4-BE49-F238E27FC236}">
                  <a16:creationId xmlns:a16="http://schemas.microsoft.com/office/drawing/2014/main" id="{F1304105-F302-1DA2-7A52-41BBBCC44EED}"/>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57" name="Group 56">
            <a:extLst>
              <a:ext uri="{FF2B5EF4-FFF2-40B4-BE49-F238E27FC236}">
                <a16:creationId xmlns:a16="http://schemas.microsoft.com/office/drawing/2014/main" id="{5C32FE7B-F07D-C499-EA83-97D8A5B9D9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58" name="Oval 57">
              <a:extLst>
                <a:ext uri="{FF2B5EF4-FFF2-40B4-BE49-F238E27FC236}">
                  <a16:creationId xmlns:a16="http://schemas.microsoft.com/office/drawing/2014/main" id="{4D7ABAD2-6246-A1F3-5E86-044B3D8C3074}"/>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59" name="Rectangle 89">
              <a:extLst>
                <a:ext uri="{FF2B5EF4-FFF2-40B4-BE49-F238E27FC236}">
                  <a16:creationId xmlns:a16="http://schemas.microsoft.com/office/drawing/2014/main" id="{0E6F2315-5317-6C1E-5DF8-4BE9FE7C7CA6}"/>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0" name="Group 59">
            <a:extLst>
              <a:ext uri="{FF2B5EF4-FFF2-40B4-BE49-F238E27FC236}">
                <a16:creationId xmlns:a16="http://schemas.microsoft.com/office/drawing/2014/main" id="{39B13FA4-84C5-6F46-C1BB-22875F9B20B8}"/>
              </a:ext>
              <a:ext uri="{C183D7F6-B498-43B3-948B-1728B52AA6E4}">
                <adec:decorative xmlns:adec="http://schemas.microsoft.com/office/drawing/2017/decorative" val="1"/>
              </a:ext>
            </a:extLst>
          </p:cNvPr>
          <p:cNvGrpSpPr/>
          <p:nvPr userDrawn="1"/>
        </p:nvGrpSpPr>
        <p:grpSpPr>
          <a:xfrm rot="5400000">
            <a:off x="11648565" y="2541168"/>
            <a:ext cx="210652" cy="210652"/>
            <a:chOff x="5214995" y="-1168400"/>
            <a:chExt cx="431800" cy="431800"/>
          </a:xfrm>
        </p:grpSpPr>
        <p:sp>
          <p:nvSpPr>
            <p:cNvPr id="61" name="Oval 60">
              <a:extLst>
                <a:ext uri="{FF2B5EF4-FFF2-40B4-BE49-F238E27FC236}">
                  <a16:creationId xmlns:a16="http://schemas.microsoft.com/office/drawing/2014/main" id="{47D4A430-8084-5075-B04A-2E8CDD118B76}"/>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2" name="Rectangle 89">
              <a:extLst>
                <a:ext uri="{FF2B5EF4-FFF2-40B4-BE49-F238E27FC236}">
                  <a16:creationId xmlns:a16="http://schemas.microsoft.com/office/drawing/2014/main" id="{ABE5358E-92F9-96A5-6FDB-150E91A8AF78}"/>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3" name="Group 62">
            <a:extLst>
              <a:ext uri="{FF2B5EF4-FFF2-40B4-BE49-F238E27FC236}">
                <a16:creationId xmlns:a16="http://schemas.microsoft.com/office/drawing/2014/main" id="{EFFD46EF-67A1-2B45-C906-05C4ACC2DA34}"/>
              </a:ext>
              <a:ext uri="{C183D7F6-B498-43B3-948B-1728B52AA6E4}">
                <adec:decorative xmlns:adec="http://schemas.microsoft.com/office/drawing/2017/decorative" val="1"/>
              </a:ext>
            </a:extLst>
          </p:cNvPr>
          <p:cNvGrpSpPr/>
          <p:nvPr userDrawn="1"/>
        </p:nvGrpSpPr>
        <p:grpSpPr>
          <a:xfrm flipH="1">
            <a:off x="5805591" y="3859456"/>
            <a:ext cx="210652" cy="210652"/>
            <a:chOff x="5214995" y="-1168400"/>
            <a:chExt cx="431800" cy="431800"/>
          </a:xfrm>
        </p:grpSpPr>
        <p:sp>
          <p:nvSpPr>
            <p:cNvPr id="64" name="Oval 63">
              <a:extLst>
                <a:ext uri="{FF2B5EF4-FFF2-40B4-BE49-F238E27FC236}">
                  <a16:creationId xmlns:a16="http://schemas.microsoft.com/office/drawing/2014/main" id="{14ED043E-EA90-195B-771E-CE53479D2BC8}"/>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5" name="Rectangle 89">
              <a:extLst>
                <a:ext uri="{FF2B5EF4-FFF2-40B4-BE49-F238E27FC236}">
                  <a16:creationId xmlns:a16="http://schemas.microsoft.com/office/drawing/2014/main" id="{3853106D-E38A-371E-B378-89F7601572D3}"/>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7" name="Group 66">
            <a:extLst>
              <a:ext uri="{FF2B5EF4-FFF2-40B4-BE49-F238E27FC236}">
                <a16:creationId xmlns:a16="http://schemas.microsoft.com/office/drawing/2014/main" id="{AB2872BD-57A1-5A98-BBEC-120407B2348E}"/>
              </a:ext>
              <a:ext uri="{C183D7F6-B498-43B3-948B-1728B52AA6E4}">
                <adec:decorative xmlns:adec="http://schemas.microsoft.com/office/drawing/2017/decorative" val="1"/>
              </a:ext>
            </a:extLst>
          </p:cNvPr>
          <p:cNvGrpSpPr/>
          <p:nvPr userDrawn="1"/>
        </p:nvGrpSpPr>
        <p:grpSpPr>
          <a:xfrm flipH="1">
            <a:off x="8689384" y="3859456"/>
            <a:ext cx="210652" cy="210652"/>
            <a:chOff x="5214995" y="-1168400"/>
            <a:chExt cx="431800" cy="431800"/>
          </a:xfrm>
        </p:grpSpPr>
        <p:sp>
          <p:nvSpPr>
            <p:cNvPr id="68" name="Oval 67">
              <a:extLst>
                <a:ext uri="{FF2B5EF4-FFF2-40B4-BE49-F238E27FC236}">
                  <a16:creationId xmlns:a16="http://schemas.microsoft.com/office/drawing/2014/main" id="{DC271353-C79B-E3BF-32F5-48C1A526FF02}"/>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9" name="Rectangle 89">
              <a:extLst>
                <a:ext uri="{FF2B5EF4-FFF2-40B4-BE49-F238E27FC236}">
                  <a16:creationId xmlns:a16="http://schemas.microsoft.com/office/drawing/2014/main" id="{B93F1E4A-9BA7-C4D0-83D8-2451A1DEAD80}"/>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1" name="Text Placeholder 11">
            <a:extLst>
              <a:ext uri="{FF2B5EF4-FFF2-40B4-BE49-F238E27FC236}">
                <a16:creationId xmlns:a16="http://schemas.microsoft.com/office/drawing/2014/main" id="{9977582E-F97B-70B5-CB03-F46869F849CD}"/>
              </a:ext>
            </a:extLst>
          </p:cNvPr>
          <p:cNvSpPr>
            <a:spLocks noGrp="1"/>
          </p:cNvSpPr>
          <p:nvPr>
            <p:ph type="body" sz="quarter" idx="69"/>
          </p:nvPr>
        </p:nvSpPr>
        <p:spPr>
          <a:xfrm>
            <a:off x="3182890"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81" name="Step 1 Title">
            <a:extLst>
              <a:ext uri="{FF2B5EF4-FFF2-40B4-BE49-F238E27FC236}">
                <a16:creationId xmlns:a16="http://schemas.microsoft.com/office/drawing/2014/main" id="{7E33DF77-DD28-CC24-9FC2-0AD434BCF4C0}"/>
              </a:ext>
            </a:extLst>
          </p:cNvPr>
          <p:cNvSpPr>
            <a:spLocks noGrp="1"/>
          </p:cNvSpPr>
          <p:nvPr>
            <p:ph type="body" sz="quarter" idx="11"/>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82" name="Step 1 Top">
            <a:extLst>
              <a:ext uri="{FF2B5EF4-FFF2-40B4-BE49-F238E27FC236}">
                <a16:creationId xmlns:a16="http://schemas.microsoft.com/office/drawing/2014/main" id="{4B00355E-1235-20E9-A051-604C9CFEC8E8}"/>
              </a:ext>
            </a:extLst>
          </p:cNvPr>
          <p:cNvSpPr>
            <a:spLocks noGrp="1"/>
          </p:cNvSpPr>
          <p:nvPr>
            <p:ph type="body" sz="quarter" idx="1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90" name="Step 1 Title">
            <a:extLst>
              <a:ext uri="{FF2B5EF4-FFF2-40B4-BE49-F238E27FC236}">
                <a16:creationId xmlns:a16="http://schemas.microsoft.com/office/drawing/2014/main" id="{2F0B0E91-BF30-3362-2F5C-B3C5D2B134A1}"/>
              </a:ext>
            </a:extLst>
          </p:cNvPr>
          <p:cNvSpPr>
            <a:spLocks noGrp="1"/>
          </p:cNvSpPr>
          <p:nvPr>
            <p:ph type="body" sz="quarter" idx="42"/>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91" name="Step 1 Top">
            <a:extLst>
              <a:ext uri="{FF2B5EF4-FFF2-40B4-BE49-F238E27FC236}">
                <a16:creationId xmlns:a16="http://schemas.microsoft.com/office/drawing/2014/main" id="{4F227FB4-9BBF-2C43-E0ED-95EC51590A0D}"/>
              </a:ext>
            </a:extLst>
          </p:cNvPr>
          <p:cNvSpPr>
            <a:spLocks noGrp="1"/>
          </p:cNvSpPr>
          <p:nvPr>
            <p:ph type="body" sz="quarter" idx="43"/>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 name="Text Placeholder 11">
            <a:extLst>
              <a:ext uri="{FF2B5EF4-FFF2-40B4-BE49-F238E27FC236}">
                <a16:creationId xmlns:a16="http://schemas.microsoft.com/office/drawing/2014/main" id="{933075CE-083E-DACE-75B9-DDCB2E437557}"/>
              </a:ext>
            </a:extLst>
          </p:cNvPr>
          <p:cNvSpPr>
            <a:spLocks noGrp="1"/>
          </p:cNvSpPr>
          <p:nvPr>
            <p:ph type="body" sz="quarter" idx="68"/>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93" name="Step 1 Title">
            <a:extLst>
              <a:ext uri="{FF2B5EF4-FFF2-40B4-BE49-F238E27FC236}">
                <a16:creationId xmlns:a16="http://schemas.microsoft.com/office/drawing/2014/main" id="{78B57A65-16AE-5996-C81D-89A1171052DC}"/>
              </a:ext>
            </a:extLst>
          </p:cNvPr>
          <p:cNvSpPr>
            <a:spLocks noGrp="1"/>
          </p:cNvSpPr>
          <p:nvPr>
            <p:ph type="body" sz="quarter" idx="45"/>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94" name="Step 1 Top">
            <a:extLst>
              <a:ext uri="{FF2B5EF4-FFF2-40B4-BE49-F238E27FC236}">
                <a16:creationId xmlns:a16="http://schemas.microsoft.com/office/drawing/2014/main" id="{6B743263-A0E0-B08F-8640-1A6F2A474017}"/>
              </a:ext>
            </a:extLst>
          </p:cNvPr>
          <p:cNvSpPr>
            <a:spLocks noGrp="1"/>
          </p:cNvSpPr>
          <p:nvPr>
            <p:ph type="body" sz="quarter" idx="46"/>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2" name="Text Placeholder 11">
            <a:extLst>
              <a:ext uri="{FF2B5EF4-FFF2-40B4-BE49-F238E27FC236}">
                <a16:creationId xmlns:a16="http://schemas.microsoft.com/office/drawing/2014/main" id="{FE828537-77ED-661B-164D-7972C8F2B3CF}"/>
              </a:ext>
            </a:extLst>
          </p:cNvPr>
          <p:cNvSpPr>
            <a:spLocks noGrp="1"/>
          </p:cNvSpPr>
          <p:nvPr>
            <p:ph type="body" sz="quarter" idx="70"/>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02" name="Text Placeholder 11">
            <a:extLst>
              <a:ext uri="{FF2B5EF4-FFF2-40B4-BE49-F238E27FC236}">
                <a16:creationId xmlns:a16="http://schemas.microsoft.com/office/drawing/2014/main" id="{B7B6A3B2-F891-96DB-EDD6-15440AF2E8CD}"/>
              </a:ext>
            </a:extLst>
          </p:cNvPr>
          <p:cNvSpPr>
            <a:spLocks noGrp="1"/>
          </p:cNvSpPr>
          <p:nvPr>
            <p:ph type="body" sz="quarter" idx="48"/>
          </p:nvPr>
        </p:nvSpPr>
        <p:spPr>
          <a:xfrm>
            <a:off x="3182890"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04" name="Step 1 Title">
            <a:extLst>
              <a:ext uri="{FF2B5EF4-FFF2-40B4-BE49-F238E27FC236}">
                <a16:creationId xmlns:a16="http://schemas.microsoft.com/office/drawing/2014/main" id="{0F93BF10-EBCF-85EF-D1B2-A7563451D76D}"/>
              </a:ext>
            </a:extLst>
          </p:cNvPr>
          <p:cNvSpPr>
            <a:spLocks noGrp="1"/>
          </p:cNvSpPr>
          <p:nvPr>
            <p:ph type="body" sz="quarter" idx="49"/>
          </p:nvPr>
        </p:nvSpPr>
        <p:spPr>
          <a:xfrm>
            <a:off x="3182890"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6"/>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05" name="Step 1 Top">
            <a:extLst>
              <a:ext uri="{FF2B5EF4-FFF2-40B4-BE49-F238E27FC236}">
                <a16:creationId xmlns:a16="http://schemas.microsoft.com/office/drawing/2014/main" id="{C1C2FA4E-D061-ECCE-C8BB-24C647D60102}"/>
              </a:ext>
            </a:extLst>
          </p:cNvPr>
          <p:cNvSpPr>
            <a:spLocks noGrp="1"/>
          </p:cNvSpPr>
          <p:nvPr>
            <p:ph type="body" sz="quarter" idx="50"/>
          </p:nvPr>
        </p:nvSpPr>
        <p:spPr>
          <a:xfrm>
            <a:off x="3182890"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19" name="Step 1 Title">
            <a:extLst>
              <a:ext uri="{FF2B5EF4-FFF2-40B4-BE49-F238E27FC236}">
                <a16:creationId xmlns:a16="http://schemas.microsoft.com/office/drawing/2014/main" id="{9CB910C7-53F5-CD35-F7B3-ED8F5DD4F6A1}"/>
              </a:ext>
            </a:extLst>
          </p:cNvPr>
          <p:cNvSpPr>
            <a:spLocks noGrp="1"/>
          </p:cNvSpPr>
          <p:nvPr>
            <p:ph type="body" sz="quarter" idx="51"/>
          </p:nvPr>
        </p:nvSpPr>
        <p:spPr>
          <a:xfrm>
            <a:off x="6066682"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5"/>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0" name="Step 1 Top">
            <a:extLst>
              <a:ext uri="{FF2B5EF4-FFF2-40B4-BE49-F238E27FC236}">
                <a16:creationId xmlns:a16="http://schemas.microsoft.com/office/drawing/2014/main" id="{E81FD2D6-1B95-AE76-667E-A7ADD3CD3A50}"/>
              </a:ext>
            </a:extLst>
          </p:cNvPr>
          <p:cNvSpPr>
            <a:spLocks noGrp="1"/>
          </p:cNvSpPr>
          <p:nvPr>
            <p:ph type="body" sz="quarter" idx="52"/>
          </p:nvPr>
        </p:nvSpPr>
        <p:spPr>
          <a:xfrm>
            <a:off x="6066682"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8" name="Text Placeholder 11">
            <a:extLst>
              <a:ext uri="{FF2B5EF4-FFF2-40B4-BE49-F238E27FC236}">
                <a16:creationId xmlns:a16="http://schemas.microsoft.com/office/drawing/2014/main" id="{19D255C6-A463-0E1B-EFD1-0675518123ED}"/>
              </a:ext>
            </a:extLst>
          </p:cNvPr>
          <p:cNvSpPr>
            <a:spLocks noGrp="1"/>
          </p:cNvSpPr>
          <p:nvPr>
            <p:ph type="body" sz="quarter" idx="66"/>
          </p:nvPr>
        </p:nvSpPr>
        <p:spPr>
          <a:xfrm>
            <a:off x="8950475"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22" name="Step 1 Title">
            <a:extLst>
              <a:ext uri="{FF2B5EF4-FFF2-40B4-BE49-F238E27FC236}">
                <a16:creationId xmlns:a16="http://schemas.microsoft.com/office/drawing/2014/main" id="{A1FCE115-20B6-1C4D-4833-053AE41AEBD7}"/>
              </a:ext>
            </a:extLst>
          </p:cNvPr>
          <p:cNvSpPr>
            <a:spLocks noGrp="1"/>
          </p:cNvSpPr>
          <p:nvPr>
            <p:ph type="body" sz="quarter" idx="54"/>
          </p:nvPr>
        </p:nvSpPr>
        <p:spPr>
          <a:xfrm>
            <a:off x="8950475"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4"/>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3" name="Step 1 Top">
            <a:extLst>
              <a:ext uri="{FF2B5EF4-FFF2-40B4-BE49-F238E27FC236}">
                <a16:creationId xmlns:a16="http://schemas.microsoft.com/office/drawing/2014/main" id="{3D5F63B4-9275-D6B7-3A0E-699C0C868EA5}"/>
              </a:ext>
            </a:extLst>
          </p:cNvPr>
          <p:cNvSpPr>
            <a:spLocks noGrp="1"/>
          </p:cNvSpPr>
          <p:nvPr>
            <p:ph type="body" sz="quarter" idx="55"/>
          </p:nvPr>
        </p:nvSpPr>
        <p:spPr>
          <a:xfrm>
            <a:off x="8950475"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9" name="Text Placeholder 11">
            <a:extLst>
              <a:ext uri="{FF2B5EF4-FFF2-40B4-BE49-F238E27FC236}">
                <a16:creationId xmlns:a16="http://schemas.microsoft.com/office/drawing/2014/main" id="{9AEFB6C2-AB19-3A46-843C-CF95D15344CB}"/>
              </a:ext>
            </a:extLst>
          </p:cNvPr>
          <p:cNvSpPr>
            <a:spLocks noGrp="1"/>
          </p:cNvSpPr>
          <p:nvPr>
            <p:ph type="body" sz="quarter" idx="67"/>
          </p:nvPr>
        </p:nvSpPr>
        <p:spPr>
          <a:xfrm>
            <a:off x="6066682"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7" name="Footnote">
            <a:extLst>
              <a:ext uri="{FF2B5EF4-FFF2-40B4-BE49-F238E27FC236}">
                <a16:creationId xmlns:a16="http://schemas.microsoft.com/office/drawing/2014/main" id="{AC05EA29-0447-0506-FB1B-E11117B0DF2E}"/>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
        <p:nvSpPr>
          <p:cNvPr id="2" name="Text Placeholder 8">
            <a:extLst>
              <a:ext uri="{FF2B5EF4-FFF2-40B4-BE49-F238E27FC236}">
                <a16:creationId xmlns:a16="http://schemas.microsoft.com/office/drawing/2014/main" id="{A1FD8182-9192-3293-3C25-613D50894B80}"/>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3" name="Text Placeholder 8">
            <a:extLst>
              <a:ext uri="{FF2B5EF4-FFF2-40B4-BE49-F238E27FC236}">
                <a16:creationId xmlns:a16="http://schemas.microsoft.com/office/drawing/2014/main" id="{DD81CAF3-1B44-C8D0-3BB0-F3DD087633FA}"/>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Tree>
    <p:extLst>
      <p:ext uri="{BB962C8B-B14F-4D97-AF65-F5344CB8AC3E}">
        <p14:creationId xmlns:p14="http://schemas.microsoft.com/office/powerpoint/2010/main" val="42525780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0">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68">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cenario five steps">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94A1448-F8D7-EA0F-E466-136E038AA3F1}"/>
              </a:ext>
            </a:extLst>
          </p:cNvPr>
          <p:cNvCxnSpPr>
            <a:cxnSpLocks/>
          </p:cNvCxnSpPr>
          <p:nvPr userDrawn="1"/>
        </p:nvCxnSpPr>
        <p:spPr>
          <a:xfrm>
            <a:off x="3182889" y="1352539"/>
            <a:ext cx="8339848" cy="0"/>
          </a:xfrm>
          <a:prstGeom prst="line">
            <a:avLst/>
          </a:pr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FC6C3234-D3F7-EB91-19FC-3FF3921A6EF7}"/>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9" name="TextBox 8">
            <a:extLst>
              <a:ext uri="{FF2B5EF4-FFF2-40B4-BE49-F238E27FC236}">
                <a16:creationId xmlns:a16="http://schemas.microsoft.com/office/drawing/2014/main" id="{DE489450-2B99-F45D-B0AD-1BD8CA42038B}"/>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71" name="Scenario Level">
            <a:extLst>
              <a:ext uri="{FF2B5EF4-FFF2-40B4-BE49-F238E27FC236}">
                <a16:creationId xmlns:a16="http://schemas.microsoft.com/office/drawing/2014/main" id="{5C914349-B5B3-D703-EE31-78482DD3DAA9}"/>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73" name="Available with">
            <a:extLst>
              <a:ext uri="{FF2B5EF4-FFF2-40B4-BE49-F238E27FC236}">
                <a16:creationId xmlns:a16="http://schemas.microsoft.com/office/drawing/2014/main" id="{1E59605F-F04E-58C0-102B-28C6AFF01B7D}"/>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cxnSp>
        <p:nvCxnSpPr>
          <p:cNvPr id="76" name="Straight Connector 75">
            <a:extLst>
              <a:ext uri="{FF2B5EF4-FFF2-40B4-BE49-F238E27FC236}">
                <a16:creationId xmlns:a16="http://schemas.microsoft.com/office/drawing/2014/main" id="{384F79FD-8FB8-5727-A3FB-9193B8AF441D}"/>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ECD8F809-3EF5-43AD-9927-8D87766BB31B}"/>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80" name="Oval 79">
              <a:extLst>
                <a:ext uri="{FF2B5EF4-FFF2-40B4-BE49-F238E27FC236}">
                  <a16:creationId xmlns:a16="http://schemas.microsoft.com/office/drawing/2014/main" id="{BD95EE76-3BB3-5D96-1162-650D8265E79B}"/>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1" name="Rectangle 89">
              <a:extLst>
                <a:ext uri="{FF2B5EF4-FFF2-40B4-BE49-F238E27FC236}">
                  <a16:creationId xmlns:a16="http://schemas.microsoft.com/office/drawing/2014/main" id="{C479534D-98FF-6F65-ECCB-79C6294552EA}"/>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82" name="Group 81">
            <a:extLst>
              <a:ext uri="{FF2B5EF4-FFF2-40B4-BE49-F238E27FC236}">
                <a16:creationId xmlns:a16="http://schemas.microsoft.com/office/drawing/2014/main" id="{4684A0D0-9EC4-FC0C-B023-76950C80DF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83" name="Oval 82">
              <a:extLst>
                <a:ext uri="{FF2B5EF4-FFF2-40B4-BE49-F238E27FC236}">
                  <a16:creationId xmlns:a16="http://schemas.microsoft.com/office/drawing/2014/main" id="{C82D2312-1888-7E4C-63E7-F0B9A0902E6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5" name="Rectangle 89">
              <a:extLst>
                <a:ext uri="{FF2B5EF4-FFF2-40B4-BE49-F238E27FC236}">
                  <a16:creationId xmlns:a16="http://schemas.microsoft.com/office/drawing/2014/main" id="{E1424AAE-0B41-949F-3E6D-9A5D7323D7DB}"/>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0" name="Title 9">
            <a:extLst>
              <a:ext uri="{FF2B5EF4-FFF2-40B4-BE49-F238E27FC236}">
                <a16:creationId xmlns:a16="http://schemas.microsoft.com/office/drawing/2014/main" id="{37120404-23B9-B744-0816-1D0C351C9B66}"/>
              </a:ext>
            </a:extLst>
          </p:cNvPr>
          <p:cNvSpPr>
            <a:spLocks noGrp="1"/>
          </p:cNvSpPr>
          <p:nvPr>
            <p:ph type="title"/>
          </p:nvPr>
        </p:nvSpPr>
        <p:spPr>
          <a:xfrm>
            <a:off x="2492556" y="429376"/>
            <a:ext cx="4144817" cy="276999"/>
          </a:xfrm>
        </p:spPr>
        <p:txBody>
          <a:bodyPr/>
          <a:lstStyle>
            <a:lvl1pPr>
              <a:defRPr lang="en-IN" sz="1800" kern="1200" spc="-50" baseline="0" dirty="0">
                <a:solidFill>
                  <a:schemeClr val="tx1"/>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title style</a:t>
            </a:r>
            <a:endParaRPr lang="en-IN"/>
          </a:p>
        </p:txBody>
      </p:sp>
      <p:sp>
        <p:nvSpPr>
          <p:cNvPr id="5" name="Text Placeholder 70">
            <a:extLst>
              <a:ext uri="{FF2B5EF4-FFF2-40B4-BE49-F238E27FC236}">
                <a16:creationId xmlns:a16="http://schemas.microsoft.com/office/drawing/2014/main" id="{BECC6E1E-CB20-24F2-9CE6-B77C08524D07}"/>
              </a:ext>
            </a:extLst>
          </p:cNvPr>
          <p:cNvSpPr>
            <a:spLocks noGrp="1"/>
          </p:cNvSpPr>
          <p:nvPr>
            <p:ph type="body" sz="quarter" idx="33"/>
          </p:nvPr>
        </p:nvSpPr>
        <p:spPr>
          <a:xfrm>
            <a:off x="304796" y="413987"/>
            <a:ext cx="1941119" cy="307777"/>
          </a:xfrm>
        </p:spPr>
        <p:txBody>
          <a:bodyPr anchor="ctr"/>
          <a:lstStyle>
            <a:lvl1pPr marL="0" indent="0">
              <a:spcBef>
                <a:spcPts val="0"/>
              </a:spcBef>
              <a:buNone/>
              <a:defRPr sz="2000" spc="-50" baseline="0">
                <a:solidFill>
                  <a:schemeClr val="bg1"/>
                </a:solidFill>
                <a:latin typeface="+mj-lt"/>
              </a:defRPr>
            </a:lvl1pPr>
            <a:lvl2pPr marL="228600" indent="0">
              <a:buNone/>
              <a:defRPr/>
            </a:lvl2pPr>
          </a:lstStyle>
          <a:p>
            <a:pPr lvl="0"/>
            <a:r>
              <a:rPr lang="en-US"/>
              <a:t>Click to edit</a:t>
            </a:r>
          </a:p>
        </p:txBody>
      </p:sp>
      <p:sp>
        <p:nvSpPr>
          <p:cNvPr id="74" name="Licenses">
            <a:extLst>
              <a:ext uri="{FF2B5EF4-FFF2-40B4-BE49-F238E27FC236}">
                <a16:creationId xmlns:a16="http://schemas.microsoft.com/office/drawing/2014/main" id="{E442F0DF-3967-354D-A17D-A2229F6B3036}"/>
              </a:ext>
            </a:extLst>
          </p:cNvPr>
          <p:cNvSpPr>
            <a:spLocks noGrp="1"/>
          </p:cNvSpPr>
          <p:nvPr userDrawn="1">
            <p:ph type="body" sz="quarter" idx="44"/>
          </p:nvPr>
        </p:nvSpPr>
        <p:spPr>
          <a:xfrm>
            <a:off x="7149557" y="521100"/>
            <a:ext cx="2969488" cy="169277"/>
          </a:xfrm>
        </p:spPr>
        <p:txBody>
          <a:bodyPr/>
          <a:lstStyle>
            <a:lvl1pPr marL="0" indent="0" algn="r">
              <a:spcBef>
                <a:spcPts val="0"/>
              </a:spcBef>
              <a:buNone/>
              <a:defRPr sz="1100" b="1"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sp>
        <p:nvSpPr>
          <p:cNvPr id="72" name="Level">
            <a:extLst>
              <a:ext uri="{FF2B5EF4-FFF2-40B4-BE49-F238E27FC236}">
                <a16:creationId xmlns:a16="http://schemas.microsoft.com/office/drawing/2014/main" id="{0CD96223-5C6F-D226-0888-B8E8522B7793}"/>
              </a:ext>
            </a:extLst>
          </p:cNvPr>
          <p:cNvSpPr>
            <a:spLocks noGrp="1"/>
          </p:cNvSpPr>
          <p:nvPr userDrawn="1">
            <p:ph type="body" sz="quarter" idx="43"/>
          </p:nvPr>
        </p:nvSpPr>
        <p:spPr>
          <a:xfrm>
            <a:off x="10430351" y="521099"/>
            <a:ext cx="1456966" cy="175614"/>
          </a:xfrm>
        </p:spPr>
        <p:txBody>
          <a:bodyPr/>
          <a:lstStyle>
            <a:lvl1pPr marL="0" indent="0" algn="r">
              <a:spcBef>
                <a:spcPts val="0"/>
              </a:spcBef>
              <a:buNone/>
              <a:defRPr sz="1100" b="1"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a:t>
            </a:r>
          </a:p>
        </p:txBody>
      </p:sp>
      <p:sp>
        <p:nvSpPr>
          <p:cNvPr id="14" name="Step 5 Top">
            <a:extLst>
              <a:ext uri="{FF2B5EF4-FFF2-40B4-BE49-F238E27FC236}">
                <a16:creationId xmlns:a16="http://schemas.microsoft.com/office/drawing/2014/main" id="{5F6FC536-93D3-A645-6321-E19971F6F7AD}"/>
              </a:ext>
            </a:extLst>
          </p:cNvPr>
          <p:cNvSpPr>
            <a:spLocks noGrp="1"/>
          </p:cNvSpPr>
          <p:nvPr>
            <p:ph type="body" sz="quarter" idx="4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153" name="Text Placeholder 8">
            <a:extLst>
              <a:ext uri="{FF2B5EF4-FFF2-40B4-BE49-F238E27FC236}">
                <a16:creationId xmlns:a16="http://schemas.microsoft.com/office/drawing/2014/main" id="{20290FDF-B386-A402-3F54-8F38D89E3855}"/>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52" name="Text Placeholder 8">
            <a:extLst>
              <a:ext uri="{FF2B5EF4-FFF2-40B4-BE49-F238E27FC236}">
                <a16:creationId xmlns:a16="http://schemas.microsoft.com/office/drawing/2014/main" id="{CC259F50-FF88-8A52-A7A2-B916E54D0007}"/>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04" name="Step 1 Title">
            <a:extLst>
              <a:ext uri="{FF2B5EF4-FFF2-40B4-BE49-F238E27FC236}">
                <a16:creationId xmlns:a16="http://schemas.microsoft.com/office/drawing/2014/main" id="{AAECE90F-E2FD-C50D-2380-5A623E6E68CC}"/>
              </a:ext>
            </a:extLst>
          </p:cNvPr>
          <p:cNvSpPr>
            <a:spLocks noGrp="1"/>
          </p:cNvSpPr>
          <p:nvPr userDrawn="1">
            <p:ph type="body" sz="quarter" idx="47"/>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0" name="Step 1 Top">
            <a:extLst>
              <a:ext uri="{FF2B5EF4-FFF2-40B4-BE49-F238E27FC236}">
                <a16:creationId xmlns:a16="http://schemas.microsoft.com/office/drawing/2014/main" id="{A10522D6-287E-CAF9-7877-202543AC084D}"/>
              </a:ext>
            </a:extLst>
          </p:cNvPr>
          <p:cNvSpPr>
            <a:spLocks noGrp="1"/>
          </p:cNvSpPr>
          <p:nvPr userDrawn="1">
            <p:ph type="body" sz="quarter" idx="4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2" name="Text Placeholder 11">
            <a:extLst>
              <a:ext uri="{FF2B5EF4-FFF2-40B4-BE49-F238E27FC236}">
                <a16:creationId xmlns:a16="http://schemas.microsoft.com/office/drawing/2014/main" id="{899216D1-14EF-7DC6-A6A8-3649535AF5ED}"/>
              </a:ext>
            </a:extLst>
          </p:cNvPr>
          <p:cNvSpPr>
            <a:spLocks noGrp="1"/>
          </p:cNvSpPr>
          <p:nvPr>
            <p:ph type="body" sz="quarter" idx="46"/>
          </p:nvPr>
        </p:nvSpPr>
        <p:spPr>
          <a:xfrm>
            <a:off x="3182889"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14" name="Step 1 Title">
            <a:extLst>
              <a:ext uri="{FF2B5EF4-FFF2-40B4-BE49-F238E27FC236}">
                <a16:creationId xmlns:a16="http://schemas.microsoft.com/office/drawing/2014/main" id="{AFF8CAD5-73C9-15E8-C15B-5669E59EDF22}"/>
              </a:ext>
            </a:extLst>
          </p:cNvPr>
          <p:cNvSpPr>
            <a:spLocks noGrp="1"/>
          </p:cNvSpPr>
          <p:nvPr userDrawn="1">
            <p:ph type="body" sz="quarter" idx="49"/>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9" name="Step 1 Top">
            <a:extLst>
              <a:ext uri="{FF2B5EF4-FFF2-40B4-BE49-F238E27FC236}">
                <a16:creationId xmlns:a16="http://schemas.microsoft.com/office/drawing/2014/main" id="{CBBB447E-62C7-3EE8-58FD-A63BA4091DC2}"/>
              </a:ext>
            </a:extLst>
          </p:cNvPr>
          <p:cNvSpPr>
            <a:spLocks noGrp="1"/>
          </p:cNvSpPr>
          <p:nvPr userDrawn="1">
            <p:ph type="body" sz="quarter" idx="50"/>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3" name="Text Placeholder 11">
            <a:extLst>
              <a:ext uri="{FF2B5EF4-FFF2-40B4-BE49-F238E27FC236}">
                <a16:creationId xmlns:a16="http://schemas.microsoft.com/office/drawing/2014/main" id="{F6E7EFF7-AB37-8C10-0D72-C219A327442B}"/>
              </a:ext>
            </a:extLst>
          </p:cNvPr>
          <p:cNvSpPr>
            <a:spLocks noGrp="1"/>
          </p:cNvSpPr>
          <p:nvPr>
            <p:ph type="body" sz="quarter" idx="66"/>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27" name="Step 1 Title">
            <a:extLst>
              <a:ext uri="{FF2B5EF4-FFF2-40B4-BE49-F238E27FC236}">
                <a16:creationId xmlns:a16="http://schemas.microsoft.com/office/drawing/2014/main" id="{DC3628C0-ED08-9682-4738-5B06F7C21C56}"/>
              </a:ext>
            </a:extLst>
          </p:cNvPr>
          <p:cNvSpPr>
            <a:spLocks noGrp="1"/>
          </p:cNvSpPr>
          <p:nvPr userDrawn="1">
            <p:ph type="body" sz="quarter" idx="52"/>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8" name="Step 1 Top">
            <a:extLst>
              <a:ext uri="{FF2B5EF4-FFF2-40B4-BE49-F238E27FC236}">
                <a16:creationId xmlns:a16="http://schemas.microsoft.com/office/drawing/2014/main" id="{E91EBCF2-F3C6-3640-61AD-0C42AE3B6C92}"/>
              </a:ext>
            </a:extLst>
          </p:cNvPr>
          <p:cNvSpPr>
            <a:spLocks noGrp="1"/>
          </p:cNvSpPr>
          <p:nvPr userDrawn="1">
            <p:ph type="body" sz="quarter" idx="53"/>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4" name="Text Placeholder 11">
            <a:extLst>
              <a:ext uri="{FF2B5EF4-FFF2-40B4-BE49-F238E27FC236}">
                <a16:creationId xmlns:a16="http://schemas.microsoft.com/office/drawing/2014/main" id="{6820393F-A448-2E4C-089D-807F9DC2A07E}"/>
              </a:ext>
            </a:extLst>
          </p:cNvPr>
          <p:cNvSpPr>
            <a:spLocks noGrp="1"/>
          </p:cNvSpPr>
          <p:nvPr>
            <p:ph type="body" sz="quarter" idx="67"/>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45" name="Footnote">
            <a:extLst>
              <a:ext uri="{FF2B5EF4-FFF2-40B4-BE49-F238E27FC236}">
                <a16:creationId xmlns:a16="http://schemas.microsoft.com/office/drawing/2014/main" id="{EFC765AC-7584-A8D3-1059-43D998733533}"/>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369910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8">
          <p15:clr>
            <a:srgbClr val="A4A3A4"/>
          </p15:clr>
        </p15:guide>
        <p15:guide id="11" pos="2150">
          <p15:clr>
            <a:srgbClr val="A4A3A4"/>
          </p15:clr>
        </p15:guide>
        <p15:guide id="12" pos="2561">
          <p15:clr>
            <a:srgbClr val="A4A3A4"/>
          </p15:clr>
        </p15:guide>
        <p15:guide id="13" pos="2760">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y in the life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75" name="Scenario Level">
            <a:extLst>
              <a:ext uri="{FF2B5EF4-FFF2-40B4-BE49-F238E27FC236}">
                <a16:creationId xmlns:a16="http://schemas.microsoft.com/office/drawing/2014/main" id="{1BB75DAB-4D8A-2933-BB52-0C94AA4816E3}"/>
              </a:ext>
            </a:extLst>
          </p:cNvPr>
          <p:cNvSpPr txBox="1"/>
          <p:nvPr userDrawn="1"/>
        </p:nvSpPr>
        <p:spPr>
          <a:xfrm>
            <a:off x="10955436"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Level">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84" name="Available With">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3" name="License">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107" y="521099"/>
            <a:ext cx="3599821" cy="169277"/>
          </a:xfr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Microsoft 365 Copilot</a:t>
            </a:r>
          </a:p>
        </p:txBody>
      </p:sp>
      <p:sp>
        <p:nvSpPr>
          <p:cNvPr id="119" name="Freeform: Shape 2">
            <a:extLst>
              <a:ext uri="{FF2B5EF4-FFF2-40B4-BE49-F238E27FC236}">
                <a16:creationId xmlns:a16="http://schemas.microsoft.com/office/drawing/2014/main" id="{DFCC0CE5-9BBF-33A2-43D3-995556541219}"/>
              </a:ext>
              <a:ext uri="{C183D7F6-B498-43B3-948B-1728B52AA6E4}">
                <adec:decorative xmlns:adec="http://schemas.microsoft.com/office/drawing/2017/decorative" val="1"/>
              </a:ext>
            </a:extLst>
          </p:cNvPr>
          <p:cNvSpPr/>
          <p:nvPr userDrawn="1"/>
        </p:nvSpPr>
        <p:spPr bwMode="auto">
          <a:xfrm>
            <a:off x="-1" y="1857513"/>
            <a:ext cx="10010265"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70975" h="2491048">
                <a:moveTo>
                  <a:pt x="0" y="0"/>
                </a:moveTo>
                <a:lnTo>
                  <a:pt x="8850592" y="0"/>
                </a:lnTo>
                <a:cubicBezTo>
                  <a:pt x="8972306" y="0"/>
                  <a:pt x="9070975" y="98669"/>
                  <a:pt x="9070975" y="220383"/>
                </a:cubicBezTo>
                <a:lnTo>
                  <a:pt x="9070975" y="2270665"/>
                </a:lnTo>
                <a:cubicBezTo>
                  <a:pt x="9070975" y="2392379"/>
                  <a:pt x="8972306" y="2491048"/>
                  <a:pt x="8850592"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147" name="Group 146">
            <a:extLst>
              <a:ext uri="{FF2B5EF4-FFF2-40B4-BE49-F238E27FC236}">
                <a16:creationId xmlns:a16="http://schemas.microsoft.com/office/drawing/2014/main" id="{F3E1CBA9-BB11-EF2E-649E-27B49E82FE86}"/>
              </a:ext>
            </a:extLst>
          </p:cNvPr>
          <p:cNvGrpSpPr/>
          <p:nvPr userDrawn="1"/>
        </p:nvGrpSpPr>
        <p:grpSpPr>
          <a:xfrm>
            <a:off x="3476832" y="179309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Lst>
          </p:cNvPr>
          <p:cNvGrpSpPr/>
          <p:nvPr userDrawn="1"/>
        </p:nvGrpSpPr>
        <p:grpSpPr>
          <a:xfrm>
            <a:off x="6669529" y="179309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Lst>
          </p:cNvPr>
          <p:cNvGrpSpPr/>
          <p:nvPr userDrawn="1"/>
        </p:nvGrpSpPr>
        <p:grpSpPr>
          <a:xfrm flipH="1">
            <a:off x="3476832" y="424834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Lst>
          </p:cNvPr>
          <p:cNvGrpSpPr/>
          <p:nvPr userDrawn="1"/>
        </p:nvGrpSpPr>
        <p:grpSpPr>
          <a:xfrm flipH="1">
            <a:off x="6669529" y="424834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Lst>
          </p:cNvPr>
          <p:cNvGrpSpPr/>
          <p:nvPr userDrawn="1"/>
        </p:nvGrpSpPr>
        <p:grpSpPr>
          <a:xfrm rot="5400000">
            <a:off x="9928103" y="223351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Lst>
          </p:cNvPr>
          <p:cNvGrpSpPr/>
          <p:nvPr userDrawn="1"/>
        </p:nvGrpSpPr>
        <p:grpSpPr>
          <a:xfrm rot="5400000">
            <a:off x="9928103" y="395451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95" name="Step 1 TItle">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200"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06" name="Step 1 Top">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09" name="Step 1 Bottom">
            <a:extLst>
              <a:ext uri="{FF2B5EF4-FFF2-40B4-BE49-F238E27FC236}">
                <a16:creationId xmlns:a16="http://schemas.microsoft.com/office/drawing/2014/main" id="{C966B391-3BF4-A5FB-4F8A-8B4B54689661}"/>
              </a:ext>
            </a:extLst>
          </p:cNvPr>
          <p:cNvSpPr>
            <a:spLocks noGrp="1"/>
          </p:cNvSpPr>
          <p:nvPr>
            <p:ph type="body" sz="quarter" idx="21"/>
          </p:nvPr>
        </p:nvSpPr>
        <p:spPr>
          <a:xfrm>
            <a:off x="584199"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3" name="Step 2 Title">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3776898"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4" name="Step 2 Top">
            <a:extLst>
              <a:ext uri="{FF2B5EF4-FFF2-40B4-BE49-F238E27FC236}">
                <a16:creationId xmlns:a16="http://schemas.microsoft.com/office/drawing/2014/main" id="{6E6ACE10-8248-C360-0E35-7598E8EC8281}"/>
              </a:ext>
            </a:extLst>
          </p:cNvPr>
          <p:cNvSpPr>
            <a:spLocks noGrp="1"/>
          </p:cNvSpPr>
          <p:nvPr>
            <p:ph type="body" sz="quarter" idx="23"/>
          </p:nvPr>
        </p:nvSpPr>
        <p:spPr>
          <a:xfrm>
            <a:off x="3776898"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85" name="Step 2 Bottom">
            <a:extLst>
              <a:ext uri="{FF2B5EF4-FFF2-40B4-BE49-F238E27FC236}">
                <a16:creationId xmlns:a16="http://schemas.microsoft.com/office/drawing/2014/main" id="{55D154DF-71A5-D9D3-0756-AA7208899CFD}"/>
              </a:ext>
            </a:extLst>
          </p:cNvPr>
          <p:cNvSpPr>
            <a:spLocks noGrp="1"/>
          </p:cNvSpPr>
          <p:nvPr>
            <p:ph type="body" sz="quarter" idx="24"/>
          </p:nvPr>
        </p:nvSpPr>
        <p:spPr>
          <a:xfrm>
            <a:off x="3776897"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6" name="Step 3 Title">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6969595"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7" name="Step 3 Top">
            <a:extLst>
              <a:ext uri="{FF2B5EF4-FFF2-40B4-BE49-F238E27FC236}">
                <a16:creationId xmlns:a16="http://schemas.microsoft.com/office/drawing/2014/main" id="{F8FA69C0-B798-B0EF-B064-997FF774E8E9}"/>
              </a:ext>
            </a:extLst>
          </p:cNvPr>
          <p:cNvSpPr>
            <a:spLocks noGrp="1"/>
          </p:cNvSpPr>
          <p:nvPr>
            <p:ph type="body" sz="quarter" idx="26"/>
          </p:nvPr>
        </p:nvSpPr>
        <p:spPr>
          <a:xfrm>
            <a:off x="6969595" y="2128438"/>
            <a:ext cx="2808000" cy="626701"/>
          </a:xfrm>
        </p:spPr>
        <p:txBody>
          <a:bodyPr lIns="0" tIns="0" rIns="0" bIns="0">
            <a:normAutofit/>
          </a:bodyPr>
          <a:lstStyle>
            <a:lvl1pPr marL="0" indent="0">
              <a:lnSpc>
                <a:spcPct val="100000"/>
              </a:lnSpc>
              <a:spcBef>
                <a:spcPts val="0"/>
              </a:spcBef>
              <a:buNone/>
              <a:defRPr lang="en-US" sz="9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1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8" name="Step 3 Bottom">
            <a:extLst>
              <a:ext uri="{FF2B5EF4-FFF2-40B4-BE49-F238E27FC236}">
                <a16:creationId xmlns:a16="http://schemas.microsoft.com/office/drawing/2014/main" id="{FFA3E6BA-ECB6-F78C-CF22-7B05706020E3}"/>
              </a:ext>
            </a:extLst>
          </p:cNvPr>
          <p:cNvSpPr>
            <a:spLocks noGrp="1"/>
          </p:cNvSpPr>
          <p:nvPr>
            <p:ph type="body" sz="quarter" idx="27"/>
          </p:nvPr>
        </p:nvSpPr>
        <p:spPr>
          <a:xfrm>
            <a:off x="6969595"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5" name="Step 4 Title">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6969595"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6" name="Step 4 Top">
            <a:extLst>
              <a:ext uri="{FF2B5EF4-FFF2-40B4-BE49-F238E27FC236}">
                <a16:creationId xmlns:a16="http://schemas.microsoft.com/office/drawing/2014/main" id="{E6756EC6-5C62-CCBD-6970-540F4E463C66}"/>
              </a:ext>
            </a:extLst>
          </p:cNvPr>
          <p:cNvSpPr>
            <a:spLocks noGrp="1"/>
          </p:cNvSpPr>
          <p:nvPr>
            <p:ph type="body" sz="quarter" idx="35"/>
          </p:nvPr>
        </p:nvSpPr>
        <p:spPr>
          <a:xfrm>
            <a:off x="6969595"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7" name="Step 4 Bottom">
            <a:extLst>
              <a:ext uri="{FF2B5EF4-FFF2-40B4-BE49-F238E27FC236}">
                <a16:creationId xmlns:a16="http://schemas.microsoft.com/office/drawing/2014/main" id="{56520A8E-9E5D-0840-1CB1-35762F47BF5D}"/>
              </a:ext>
            </a:extLst>
          </p:cNvPr>
          <p:cNvSpPr>
            <a:spLocks noGrp="1"/>
          </p:cNvSpPr>
          <p:nvPr>
            <p:ph type="body" sz="quarter" idx="36"/>
          </p:nvPr>
        </p:nvSpPr>
        <p:spPr>
          <a:xfrm>
            <a:off x="6969595" y="5696772"/>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2" name="Step 5 Title">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3776898"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3" name="Step 5 Top">
            <a:extLst>
              <a:ext uri="{FF2B5EF4-FFF2-40B4-BE49-F238E27FC236}">
                <a16:creationId xmlns:a16="http://schemas.microsoft.com/office/drawing/2014/main" id="{1D287AE8-D07F-849B-E6F1-1AC629E8FB32}"/>
              </a:ext>
            </a:extLst>
          </p:cNvPr>
          <p:cNvSpPr>
            <a:spLocks noGrp="1"/>
          </p:cNvSpPr>
          <p:nvPr>
            <p:ph type="body" sz="quarter" idx="32"/>
          </p:nvPr>
        </p:nvSpPr>
        <p:spPr>
          <a:xfrm>
            <a:off x="3776898"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4" name="Step 5 Bottom">
            <a:extLst>
              <a:ext uri="{FF2B5EF4-FFF2-40B4-BE49-F238E27FC236}">
                <a16:creationId xmlns:a16="http://schemas.microsoft.com/office/drawing/2014/main" id="{D79AB424-C959-FD9F-0942-4B657234F221}"/>
              </a:ext>
            </a:extLst>
          </p:cNvPr>
          <p:cNvSpPr>
            <a:spLocks noGrp="1"/>
          </p:cNvSpPr>
          <p:nvPr>
            <p:ph type="body" sz="quarter" idx="33"/>
          </p:nvPr>
        </p:nvSpPr>
        <p:spPr>
          <a:xfrm>
            <a:off x="3776897"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9" name="Step 6 Title">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200"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0" name="Step 6 Top">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1" name="Step 6 Bottom">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5" name="Footnote">
            <a:extLst>
              <a:ext uri="{FF2B5EF4-FFF2-40B4-BE49-F238E27FC236}">
                <a16:creationId xmlns:a16="http://schemas.microsoft.com/office/drawing/2014/main" id="{31EB8337-5CD4-C7D9-AFCA-89AFAC81CFF8}"/>
              </a:ext>
            </a:extLst>
          </p:cNvPr>
          <p:cNvSpPr txBox="1">
            <a:spLocks/>
          </p:cNvSpPr>
          <p:nvPr userDrawn="1"/>
        </p:nvSpPr>
        <p:spPr>
          <a:xfrm>
            <a:off x="653131" y="6406129"/>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aseline="30000" noProof="0" dirty="0"/>
              <a:t>1</a:t>
            </a:r>
            <a:r>
              <a:rPr lang="en-US" noProof="0" dirty="0"/>
              <a:t>Access M365 Copilot Chat at </a:t>
            </a:r>
            <a:r>
              <a:rPr lang="en-US" noProof="0" dirty="0">
                <a:hlinkClick r:id="rId2"/>
              </a:rPr>
              <a:t>m365copilot.com </a:t>
            </a:r>
            <a:r>
              <a:rPr lang="en-US" noProof="0" dirty="0"/>
              <a:t>or the Microsoft 365 Copilot Chat mobile app and set toggle to “Web”.</a:t>
            </a:r>
          </a:p>
          <a:p>
            <a:r>
              <a:rPr lang="en-US" baseline="30000" noProof="0" dirty="0"/>
              <a:t>2</a:t>
            </a:r>
            <a:r>
              <a:rPr lang="en-US" noProof="0" dirty="0"/>
              <a:t>Access M365 Copilot Chat at </a:t>
            </a:r>
            <a:r>
              <a:rPr lang="en-US" noProof="0" dirty="0">
                <a:hlinkClick r:id="rId2"/>
              </a:rPr>
              <a:t>m365copilot.com</a:t>
            </a:r>
            <a:r>
              <a:rPr lang="en-US" noProof="0" dirty="0"/>
              <a:t>, the Microsoft 365 Copilot Chat mobile app, or the M365 Copilot Chat app in Teams, and set toggle to “Work”.</a:t>
            </a:r>
          </a:p>
          <a:p>
            <a:r>
              <a:rPr lang="en-US" baseline="30000" noProof="0" dirty="0"/>
              <a:t>3</a:t>
            </a:r>
            <a:r>
              <a:rPr lang="en-US" noProof="0" dirty="0"/>
              <a:t>AI Agents allow Copilot to access your organization-specific apps. In the past this would have required an API call to get data from a system of record.</a:t>
            </a:r>
          </a:p>
          <a:p>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6911182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5037928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670" r:id="rId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hyperlink" Target="https://support.microsoft.com/en-us/topic/overview-of-microsoft-365-chat-preview-5b00a52d-7296-48ee-b938-b95b7209f737" TargetMode="External"/><Relationship Id="rId2" Type="http://schemas.openxmlformats.org/officeDocument/2006/relationships/hyperlink" Target="https://support.microsoft.com/en-us/topic/get-started-with-word-excel-and-powerpoint-agents-in-microsoft-365-copilot-frontier-76691f5e-bb19-4029-a34d-33a00e0a0c4f" TargetMode="External"/><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sv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3469A5E-D80A-52A4-EC17-C0192F30792C}"/>
              </a:ext>
            </a:extLst>
          </p:cNvPr>
          <p:cNvSpPr>
            <a:spLocks noGrp="1"/>
          </p:cNvSpPr>
          <p:nvPr>
            <p:ph type="body" sz="quarter" idx="32"/>
          </p:nvPr>
        </p:nvSpPr>
        <p:spPr>
          <a:xfrm>
            <a:off x="311388" y="1026303"/>
            <a:ext cx="2431246" cy="1131079"/>
          </a:xfrm>
        </p:spPr>
        <p:txBody>
          <a:bodyPr/>
          <a:lstStyle/>
          <a:p>
            <a:r>
              <a:rPr lang="en-US" dirty="0"/>
              <a:t>IT professionals can use Copilot for assistance when evaluating, purchasing, and deploying new solutions. Copilot can help to speed the process and reduce costs by helping with research, pricing modeling and creating and RFP.</a:t>
            </a:r>
          </a:p>
        </p:txBody>
      </p:sp>
      <p:sp>
        <p:nvSpPr>
          <p:cNvPr id="205" name="Text Placeholder 204">
            <a:extLst>
              <a:ext uri="{FF2B5EF4-FFF2-40B4-BE49-F238E27FC236}">
                <a16:creationId xmlns:a16="http://schemas.microsoft.com/office/drawing/2014/main" id="{DE9EFE28-E3E0-9B8D-D737-65C002C68D15}"/>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203" name="Text Placeholder 202">
            <a:extLst>
              <a:ext uri="{FF2B5EF4-FFF2-40B4-BE49-F238E27FC236}">
                <a16:creationId xmlns:a16="http://schemas.microsoft.com/office/drawing/2014/main" id="{BAAC5D44-8BD3-CC2D-1419-AFEE6C0AC978}"/>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220" name="Text Placeholder 219">
            <a:extLst>
              <a:ext uri="{FF2B5EF4-FFF2-40B4-BE49-F238E27FC236}">
                <a16:creationId xmlns:a16="http://schemas.microsoft.com/office/drawing/2014/main" id="{6B8E2758-5CED-96C9-5367-AB3D82201445}"/>
              </a:ext>
            </a:extLst>
          </p:cNvPr>
          <p:cNvSpPr>
            <a:spLocks noGrp="1"/>
          </p:cNvSpPr>
          <p:nvPr>
            <p:ph type="body" sz="quarter" idx="69"/>
          </p:nvPr>
        </p:nvSpPr>
        <p:spPr>
          <a:xfrm>
            <a:off x="3182890" y="2725494"/>
            <a:ext cx="2572262" cy="712876"/>
          </a:xfrm>
        </p:spPr>
        <p:txBody>
          <a:bodyPr/>
          <a:lstStyle/>
          <a:p>
            <a:r>
              <a:rPr lang="en-US" noProof="0" dirty="0"/>
              <a:t>Sample Prompt: </a:t>
            </a:r>
            <a:r>
              <a:rPr lang="en-US" noProof="0" dirty="0">
                <a:latin typeface="+mj-lt"/>
              </a:rPr>
              <a:t>Summarize my conversations </a:t>
            </a:r>
            <a:r>
              <a:rPr lang="en-US" noProof="0" dirty="0"/>
              <a:t>about [project name].</a:t>
            </a:r>
          </a:p>
        </p:txBody>
      </p:sp>
      <p:sp>
        <p:nvSpPr>
          <p:cNvPr id="202" name="Text Placeholder 201">
            <a:extLst>
              <a:ext uri="{FF2B5EF4-FFF2-40B4-BE49-F238E27FC236}">
                <a16:creationId xmlns:a16="http://schemas.microsoft.com/office/drawing/2014/main" id="{154BDA86-DD90-E738-6BA0-C5C5BF9B7EE1}"/>
              </a:ext>
            </a:extLst>
          </p:cNvPr>
          <p:cNvSpPr>
            <a:spLocks noGrp="1"/>
          </p:cNvSpPr>
          <p:nvPr>
            <p:ph type="body" sz="quarter" idx="11"/>
          </p:nvPr>
        </p:nvSpPr>
        <p:spPr>
          <a:xfrm>
            <a:off x="3182890" y="1112478"/>
            <a:ext cx="2572262" cy="153888"/>
          </a:xfrm>
        </p:spPr>
        <p:txBody>
          <a:bodyPr/>
          <a:lstStyle/>
          <a:p>
            <a:r>
              <a:rPr lang="en-US" noProof="0" dirty="0"/>
              <a:t>Gather business requirements </a:t>
            </a:r>
          </a:p>
        </p:txBody>
      </p:sp>
      <p:sp>
        <p:nvSpPr>
          <p:cNvPr id="204" name="Text Placeholder 203">
            <a:extLst>
              <a:ext uri="{FF2B5EF4-FFF2-40B4-BE49-F238E27FC236}">
                <a16:creationId xmlns:a16="http://schemas.microsoft.com/office/drawing/2014/main" id="{3E01DCB2-1D76-331F-EA48-EA65CAA04991}"/>
              </a:ext>
            </a:extLst>
          </p:cNvPr>
          <p:cNvSpPr>
            <a:spLocks noGrp="1"/>
          </p:cNvSpPr>
          <p:nvPr>
            <p:ph type="body" sz="quarter" idx="18"/>
          </p:nvPr>
        </p:nvSpPr>
        <p:spPr>
          <a:xfrm>
            <a:off x="3182938" y="1438275"/>
            <a:ext cx="2571750" cy="627063"/>
          </a:xfrm>
        </p:spPr>
        <p:txBody>
          <a:bodyPr/>
          <a:lstStyle/>
          <a:p>
            <a:r>
              <a:rPr lang="en-US" noProof="0" dirty="0"/>
              <a:t>Use Copilot to aggregate multiple threads of conversations and create a holistic view of all essential business requirements for the new solution. </a:t>
            </a:r>
          </a:p>
        </p:txBody>
      </p:sp>
      <p:sp>
        <p:nvSpPr>
          <p:cNvPr id="209" name="Text Placeholder 208">
            <a:extLst>
              <a:ext uri="{FF2B5EF4-FFF2-40B4-BE49-F238E27FC236}">
                <a16:creationId xmlns:a16="http://schemas.microsoft.com/office/drawing/2014/main" id="{0E52D0D1-79E5-1735-FFE8-B7AAEEAC3BF8}"/>
              </a:ext>
            </a:extLst>
          </p:cNvPr>
          <p:cNvSpPr>
            <a:spLocks noGrp="1"/>
          </p:cNvSpPr>
          <p:nvPr>
            <p:ph type="body" sz="quarter" idx="42"/>
          </p:nvPr>
        </p:nvSpPr>
        <p:spPr>
          <a:xfrm>
            <a:off x="6066682" y="1112478"/>
            <a:ext cx="2572262" cy="153888"/>
          </a:xfrm>
        </p:spPr>
        <p:txBody>
          <a:bodyPr/>
          <a:lstStyle/>
          <a:p>
            <a:r>
              <a:rPr lang="en-US" noProof="0" dirty="0"/>
              <a:t>Research solutions</a:t>
            </a:r>
          </a:p>
        </p:txBody>
      </p:sp>
      <p:sp>
        <p:nvSpPr>
          <p:cNvPr id="210" name="Text Placeholder 209">
            <a:extLst>
              <a:ext uri="{FF2B5EF4-FFF2-40B4-BE49-F238E27FC236}">
                <a16:creationId xmlns:a16="http://schemas.microsoft.com/office/drawing/2014/main" id="{21599490-8744-5D72-1D14-8693BAC6B459}"/>
              </a:ext>
            </a:extLst>
          </p:cNvPr>
          <p:cNvSpPr>
            <a:spLocks noGrp="1"/>
          </p:cNvSpPr>
          <p:nvPr>
            <p:ph type="body" sz="quarter" idx="43"/>
          </p:nvPr>
        </p:nvSpPr>
        <p:spPr>
          <a:xfrm>
            <a:off x="6067425" y="1438275"/>
            <a:ext cx="2571750" cy="627063"/>
          </a:xfrm>
        </p:spPr>
        <p:txBody>
          <a:bodyPr/>
          <a:lstStyle/>
          <a:p>
            <a:r>
              <a:rPr lang="en-US" noProof="0" dirty="0"/>
              <a:t>Quickly and accurately compare available solutions </a:t>
            </a:r>
            <a:br>
              <a:rPr lang="en-US" noProof="0" dirty="0"/>
            </a:br>
            <a:r>
              <a:rPr lang="en-US" noProof="0" dirty="0"/>
              <a:t>in market using Copilot. </a:t>
            </a:r>
          </a:p>
          <a:p>
            <a:endParaRPr lang="en-US" noProof="0" dirty="0"/>
          </a:p>
        </p:txBody>
      </p:sp>
      <p:sp>
        <p:nvSpPr>
          <p:cNvPr id="214" name="Text Placeholder 213">
            <a:extLst>
              <a:ext uri="{FF2B5EF4-FFF2-40B4-BE49-F238E27FC236}">
                <a16:creationId xmlns:a16="http://schemas.microsoft.com/office/drawing/2014/main" id="{BAE84CB9-BCB8-CCBC-2359-5329DF709471}"/>
              </a:ext>
            </a:extLst>
          </p:cNvPr>
          <p:cNvSpPr>
            <a:spLocks noGrp="1"/>
          </p:cNvSpPr>
          <p:nvPr>
            <p:ph type="body" sz="quarter" idx="68"/>
          </p:nvPr>
        </p:nvSpPr>
        <p:spPr>
          <a:xfrm>
            <a:off x="8950325" y="2725738"/>
            <a:ext cx="2571750" cy="712787"/>
          </a:xfrm>
        </p:spPr>
        <p:txBody>
          <a:bodyPr/>
          <a:lstStyle/>
          <a:p>
            <a:r>
              <a:rPr lang="en-US" dirty="0"/>
              <a:t>Sample Prompt: Create a build vs buy analysis for our new image hosting platform and use the data from these documents to create a table of key differences.</a:t>
            </a:r>
            <a:endParaRPr lang="en-US" noProof="0" dirty="0"/>
          </a:p>
        </p:txBody>
      </p:sp>
      <p:sp>
        <p:nvSpPr>
          <p:cNvPr id="212" name="Text Placeholder 211">
            <a:extLst>
              <a:ext uri="{FF2B5EF4-FFF2-40B4-BE49-F238E27FC236}">
                <a16:creationId xmlns:a16="http://schemas.microsoft.com/office/drawing/2014/main" id="{EE9E65B7-6C7C-45F3-A951-762910F0F22A}"/>
              </a:ext>
            </a:extLst>
          </p:cNvPr>
          <p:cNvSpPr>
            <a:spLocks noGrp="1"/>
          </p:cNvSpPr>
          <p:nvPr>
            <p:ph type="body" sz="quarter" idx="45"/>
          </p:nvPr>
        </p:nvSpPr>
        <p:spPr>
          <a:xfrm>
            <a:off x="8950475" y="1112478"/>
            <a:ext cx="2572262" cy="153888"/>
          </a:xfrm>
        </p:spPr>
        <p:txBody>
          <a:bodyPr/>
          <a:lstStyle/>
          <a:p>
            <a:r>
              <a:rPr lang="en-US" noProof="0" dirty="0"/>
              <a:t>Create a build vs. buy analysis</a:t>
            </a:r>
          </a:p>
        </p:txBody>
      </p:sp>
      <p:sp>
        <p:nvSpPr>
          <p:cNvPr id="213" name="Text Placeholder 212">
            <a:extLst>
              <a:ext uri="{FF2B5EF4-FFF2-40B4-BE49-F238E27FC236}">
                <a16:creationId xmlns:a16="http://schemas.microsoft.com/office/drawing/2014/main" id="{A7E0A0C5-E914-4AB4-4E4F-490CA23E7939}"/>
              </a:ext>
            </a:extLst>
          </p:cNvPr>
          <p:cNvSpPr>
            <a:spLocks noGrp="1"/>
          </p:cNvSpPr>
          <p:nvPr>
            <p:ph type="body" sz="quarter" idx="46"/>
          </p:nvPr>
        </p:nvSpPr>
        <p:spPr>
          <a:xfrm>
            <a:off x="8950325" y="1438275"/>
            <a:ext cx="2571750" cy="627063"/>
          </a:xfrm>
        </p:spPr>
        <p:txBody>
          <a:bodyPr/>
          <a:lstStyle/>
          <a:p>
            <a:r>
              <a:rPr lang="en-US" dirty="0"/>
              <a:t>Use Agent Mode in Excel to compare quotes from vendors with internal cost proposals and analyze key differences.</a:t>
            </a:r>
            <a:endParaRPr lang="en-US" noProof="0" dirty="0"/>
          </a:p>
        </p:txBody>
      </p:sp>
      <p:sp>
        <p:nvSpPr>
          <p:cNvPr id="223" name="Text Placeholder 222">
            <a:extLst>
              <a:ext uri="{FF2B5EF4-FFF2-40B4-BE49-F238E27FC236}">
                <a16:creationId xmlns:a16="http://schemas.microsoft.com/office/drawing/2014/main" id="{AE313E44-ACA1-44A2-3D64-F00EF49353B8}"/>
              </a:ext>
            </a:extLst>
          </p:cNvPr>
          <p:cNvSpPr>
            <a:spLocks noGrp="1"/>
          </p:cNvSpPr>
          <p:nvPr>
            <p:ph type="body" sz="quarter" idx="70"/>
          </p:nvPr>
        </p:nvSpPr>
        <p:spPr>
          <a:xfrm>
            <a:off x="6066682" y="2725494"/>
            <a:ext cx="2572262" cy="712876"/>
          </a:xfrm>
        </p:spPr>
        <p:txBody>
          <a:bodyPr/>
          <a:lstStyle/>
          <a:p>
            <a:r>
              <a:rPr lang="en-US" noProof="0" dirty="0"/>
              <a:t>Sample Prompt: Prepare a </a:t>
            </a:r>
            <a:r>
              <a:rPr lang="en-US" noProof="0" dirty="0">
                <a:latin typeface="+mj-lt"/>
              </a:rPr>
              <a:t>summary of information</a:t>
            </a:r>
            <a:r>
              <a:rPr lang="en-US" noProof="0" dirty="0"/>
              <a:t> gathered from [website].</a:t>
            </a:r>
          </a:p>
        </p:txBody>
      </p:sp>
      <p:sp>
        <p:nvSpPr>
          <p:cNvPr id="215" name="Text Placeholder 214">
            <a:extLst>
              <a:ext uri="{FF2B5EF4-FFF2-40B4-BE49-F238E27FC236}">
                <a16:creationId xmlns:a16="http://schemas.microsoft.com/office/drawing/2014/main" id="{81D10DFD-7A97-092A-2644-E8D8475FF86B}"/>
              </a:ext>
            </a:extLst>
          </p:cNvPr>
          <p:cNvSpPr>
            <a:spLocks noGrp="1"/>
          </p:cNvSpPr>
          <p:nvPr>
            <p:ph type="body" sz="quarter" idx="48"/>
          </p:nvPr>
        </p:nvSpPr>
        <p:spPr>
          <a:xfrm>
            <a:off x="3182890" y="5334522"/>
            <a:ext cx="2572262" cy="712876"/>
          </a:xfrm>
        </p:spPr>
        <p:txBody>
          <a:bodyPr/>
          <a:lstStyle/>
          <a:p>
            <a:r>
              <a:rPr lang="en-US" noProof="0" dirty="0"/>
              <a:t>Action: </a:t>
            </a:r>
            <a:r>
              <a:rPr lang="en-US" noProof="0" dirty="0">
                <a:latin typeface="+mj-lt"/>
              </a:rPr>
              <a:t>Use Coaching by Copilot </a:t>
            </a:r>
            <a:r>
              <a:rPr lang="en-US" noProof="0" dirty="0"/>
              <a:t>to ensure that it is clear, concise, and impactful and provide </a:t>
            </a:r>
            <a:br>
              <a:rPr lang="en-US" noProof="0" dirty="0"/>
            </a:br>
            <a:r>
              <a:rPr lang="en-US" noProof="0" dirty="0"/>
              <a:t>coaching tips. </a:t>
            </a:r>
          </a:p>
        </p:txBody>
      </p:sp>
      <p:sp>
        <p:nvSpPr>
          <p:cNvPr id="216" name="Text Placeholder 215">
            <a:extLst>
              <a:ext uri="{FF2B5EF4-FFF2-40B4-BE49-F238E27FC236}">
                <a16:creationId xmlns:a16="http://schemas.microsoft.com/office/drawing/2014/main" id="{A29511BA-7AC0-4804-2738-A8E52D3BD69C}"/>
              </a:ext>
            </a:extLst>
          </p:cNvPr>
          <p:cNvSpPr>
            <a:spLocks noGrp="1"/>
          </p:cNvSpPr>
          <p:nvPr>
            <p:ph type="body" sz="quarter" idx="49"/>
          </p:nvPr>
        </p:nvSpPr>
        <p:spPr>
          <a:xfrm>
            <a:off x="3182890" y="3725103"/>
            <a:ext cx="2572262" cy="153888"/>
          </a:xfrm>
        </p:spPr>
        <p:txBody>
          <a:bodyPr/>
          <a:lstStyle/>
          <a:p>
            <a:r>
              <a:rPr lang="en-US" noProof="0" dirty="0"/>
              <a:t>Create launch communication</a:t>
            </a:r>
          </a:p>
        </p:txBody>
      </p:sp>
      <p:sp>
        <p:nvSpPr>
          <p:cNvPr id="217" name="Text Placeholder 216">
            <a:extLst>
              <a:ext uri="{FF2B5EF4-FFF2-40B4-BE49-F238E27FC236}">
                <a16:creationId xmlns:a16="http://schemas.microsoft.com/office/drawing/2014/main" id="{2AC2B196-44BE-6F45-EF7A-08AEF4685FD8}"/>
              </a:ext>
            </a:extLst>
          </p:cNvPr>
          <p:cNvSpPr>
            <a:spLocks noGrp="1"/>
          </p:cNvSpPr>
          <p:nvPr>
            <p:ph type="body" sz="quarter" idx="50"/>
          </p:nvPr>
        </p:nvSpPr>
        <p:spPr>
          <a:xfrm>
            <a:off x="3182890" y="4050957"/>
            <a:ext cx="2572262" cy="626701"/>
          </a:xfrm>
        </p:spPr>
        <p:txBody>
          <a:bodyPr/>
          <a:lstStyle/>
          <a:p>
            <a:r>
              <a:rPr lang="en-US" noProof="0" dirty="0"/>
              <a:t>Use Copilot in Outlook to easily draft an email announcing the new solution and thank contributors. </a:t>
            </a:r>
          </a:p>
        </p:txBody>
      </p:sp>
      <p:sp>
        <p:nvSpPr>
          <p:cNvPr id="218" name="Text Placeholder 217">
            <a:extLst>
              <a:ext uri="{FF2B5EF4-FFF2-40B4-BE49-F238E27FC236}">
                <a16:creationId xmlns:a16="http://schemas.microsoft.com/office/drawing/2014/main" id="{B4F8E185-D4FC-B352-9DF7-CF007AC65649}"/>
              </a:ext>
            </a:extLst>
          </p:cNvPr>
          <p:cNvSpPr>
            <a:spLocks noGrp="1"/>
          </p:cNvSpPr>
          <p:nvPr>
            <p:ph type="body" sz="quarter" idx="51"/>
          </p:nvPr>
        </p:nvSpPr>
        <p:spPr>
          <a:xfrm>
            <a:off x="6066682" y="3725103"/>
            <a:ext cx="2572262" cy="153888"/>
          </a:xfrm>
        </p:spPr>
        <p:txBody>
          <a:bodyPr/>
          <a:lstStyle/>
          <a:p>
            <a:r>
              <a:rPr lang="en-US" noProof="0" dirty="0"/>
              <a:t>Create a comparison chart</a:t>
            </a:r>
          </a:p>
        </p:txBody>
      </p:sp>
      <p:sp>
        <p:nvSpPr>
          <p:cNvPr id="219" name="Text Placeholder 218">
            <a:extLst>
              <a:ext uri="{FF2B5EF4-FFF2-40B4-BE49-F238E27FC236}">
                <a16:creationId xmlns:a16="http://schemas.microsoft.com/office/drawing/2014/main" id="{3F7AD9F3-0E0D-26F2-6BBE-E85B4EFFA12F}"/>
              </a:ext>
            </a:extLst>
          </p:cNvPr>
          <p:cNvSpPr>
            <a:spLocks noGrp="1"/>
          </p:cNvSpPr>
          <p:nvPr>
            <p:ph type="body" sz="quarter" idx="52"/>
          </p:nvPr>
        </p:nvSpPr>
        <p:spPr>
          <a:xfrm>
            <a:off x="6066682" y="4050957"/>
            <a:ext cx="2572262" cy="626701"/>
          </a:xfrm>
        </p:spPr>
        <p:txBody>
          <a:bodyPr/>
          <a:lstStyle/>
          <a:p>
            <a:r>
              <a:rPr lang="en-US" noProof="0" dirty="0"/>
              <a:t>Use Copilot to create a comparison chart across all the vendor proposals you received. </a:t>
            </a:r>
          </a:p>
        </p:txBody>
      </p:sp>
      <p:sp>
        <p:nvSpPr>
          <p:cNvPr id="208" name="Text Placeholder 207">
            <a:extLst>
              <a:ext uri="{FF2B5EF4-FFF2-40B4-BE49-F238E27FC236}">
                <a16:creationId xmlns:a16="http://schemas.microsoft.com/office/drawing/2014/main" id="{ED8771F7-123F-51F4-A0C7-B356F4F6E243}"/>
              </a:ext>
            </a:extLst>
          </p:cNvPr>
          <p:cNvSpPr>
            <a:spLocks noGrp="1"/>
          </p:cNvSpPr>
          <p:nvPr>
            <p:ph type="body" sz="quarter" idx="66"/>
          </p:nvPr>
        </p:nvSpPr>
        <p:spPr>
          <a:xfrm>
            <a:off x="8950475" y="5334522"/>
            <a:ext cx="2572262" cy="712876"/>
          </a:xfrm>
        </p:spPr>
        <p:txBody>
          <a:bodyPr/>
          <a:lstStyle/>
          <a:p>
            <a:r>
              <a:rPr lang="en-US" noProof="0" dirty="0"/>
              <a:t>Sample Prompt: </a:t>
            </a:r>
            <a:r>
              <a:rPr lang="en-US" noProof="0" dirty="0">
                <a:latin typeface="+mj-lt"/>
              </a:rPr>
              <a:t>Draft</a:t>
            </a:r>
            <a:r>
              <a:rPr lang="en-US" noProof="0" dirty="0"/>
              <a:t> a “request for proposal” using the attached files as reference: [email], [meeting recap[, [presentation]. </a:t>
            </a:r>
          </a:p>
          <a:p>
            <a:r>
              <a:rPr lang="en-US" u="sng" dirty="0">
                <a:hlinkClick r:id="rId2"/>
              </a:rPr>
              <a:t>Get started with Word, Excel, and PowerPoint Agents</a:t>
            </a:r>
            <a:endParaRPr lang="en-US" noProof="0" dirty="0"/>
          </a:p>
        </p:txBody>
      </p:sp>
      <p:sp>
        <p:nvSpPr>
          <p:cNvPr id="221" name="Text Placeholder 220">
            <a:extLst>
              <a:ext uri="{FF2B5EF4-FFF2-40B4-BE49-F238E27FC236}">
                <a16:creationId xmlns:a16="http://schemas.microsoft.com/office/drawing/2014/main" id="{EBBB6D38-1067-F58C-1763-569BE2FAF5AD}"/>
              </a:ext>
            </a:extLst>
          </p:cNvPr>
          <p:cNvSpPr>
            <a:spLocks noGrp="1"/>
          </p:cNvSpPr>
          <p:nvPr>
            <p:ph type="body" sz="quarter" idx="54"/>
          </p:nvPr>
        </p:nvSpPr>
        <p:spPr>
          <a:xfrm>
            <a:off x="8950475" y="3725103"/>
            <a:ext cx="2572262" cy="153888"/>
          </a:xfrm>
        </p:spPr>
        <p:txBody>
          <a:bodyPr/>
          <a:lstStyle/>
          <a:p>
            <a:r>
              <a:rPr lang="en-US" noProof="0" dirty="0"/>
              <a:t>Create solution RFP</a:t>
            </a:r>
          </a:p>
        </p:txBody>
      </p:sp>
      <p:sp>
        <p:nvSpPr>
          <p:cNvPr id="222" name="Text Placeholder 221">
            <a:extLst>
              <a:ext uri="{FF2B5EF4-FFF2-40B4-BE49-F238E27FC236}">
                <a16:creationId xmlns:a16="http://schemas.microsoft.com/office/drawing/2014/main" id="{EB2C28F1-02C4-B6FD-E991-2229234A12E8}"/>
              </a:ext>
            </a:extLst>
          </p:cNvPr>
          <p:cNvSpPr>
            <a:spLocks noGrp="1"/>
          </p:cNvSpPr>
          <p:nvPr>
            <p:ph type="body" sz="quarter" idx="55"/>
          </p:nvPr>
        </p:nvSpPr>
        <p:spPr>
          <a:xfrm>
            <a:off x="8950475" y="4050957"/>
            <a:ext cx="2572262" cy="626701"/>
          </a:xfrm>
        </p:spPr>
        <p:txBody>
          <a:bodyPr/>
          <a:lstStyle/>
          <a:p>
            <a:r>
              <a:rPr lang="en-US" dirty="0"/>
              <a:t>Use Word Agent to d</a:t>
            </a:r>
            <a:r>
              <a:rPr lang="en-US" noProof="0" dirty="0"/>
              <a:t>raft an RFP in Word to the selected vendors, pulling in information from your emails, meeting notes, and presentations.</a:t>
            </a:r>
          </a:p>
        </p:txBody>
      </p:sp>
      <p:sp>
        <p:nvSpPr>
          <p:cNvPr id="211" name="Text Placeholder 210">
            <a:extLst>
              <a:ext uri="{FF2B5EF4-FFF2-40B4-BE49-F238E27FC236}">
                <a16:creationId xmlns:a16="http://schemas.microsoft.com/office/drawing/2014/main" id="{B899E0D9-1D86-3511-176C-637E0C2B65C0}"/>
              </a:ext>
            </a:extLst>
          </p:cNvPr>
          <p:cNvSpPr>
            <a:spLocks noGrp="1"/>
          </p:cNvSpPr>
          <p:nvPr>
            <p:ph type="body" sz="quarter" idx="67"/>
          </p:nvPr>
        </p:nvSpPr>
        <p:spPr>
          <a:xfrm>
            <a:off x="6066682" y="5334522"/>
            <a:ext cx="2572262" cy="712876"/>
          </a:xfrm>
        </p:spPr>
        <p:txBody>
          <a:bodyPr/>
          <a:lstStyle/>
          <a:p>
            <a:pPr>
              <a:lnSpc>
                <a:spcPct val="90000"/>
              </a:lnSpc>
            </a:pPr>
            <a:r>
              <a:rPr lang="en-US" noProof="0" dirty="0"/>
              <a:t>Sample Prompt: </a:t>
            </a:r>
            <a:r>
              <a:rPr lang="en-US" noProof="0" dirty="0">
                <a:latin typeface="+mj-lt"/>
              </a:rPr>
              <a:t>Create a comparison chart </a:t>
            </a:r>
            <a:r>
              <a:rPr lang="en-US" noProof="0" dirty="0"/>
              <a:t>with each company’s proposal, with the company at the top of each column, and rows that compare cost, services provided, and timeline.</a:t>
            </a:r>
          </a:p>
        </p:txBody>
      </p:sp>
      <p:sp>
        <p:nvSpPr>
          <p:cNvPr id="224" name="Text Placeholder 223">
            <a:extLst>
              <a:ext uri="{FF2B5EF4-FFF2-40B4-BE49-F238E27FC236}">
                <a16:creationId xmlns:a16="http://schemas.microsoft.com/office/drawing/2014/main" id="{77EACCBF-1EB4-D5C4-4285-21EDA6AA8525}"/>
              </a:ext>
            </a:extLst>
          </p:cNvPr>
          <p:cNvSpPr>
            <a:spLocks noGrp="1"/>
          </p:cNvSpPr>
          <p:nvPr>
            <p:ph type="body" sz="quarter" idx="64"/>
          </p:nvPr>
        </p:nvSpPr>
        <p:spPr>
          <a:xfrm>
            <a:off x="320721" y="4709762"/>
            <a:ext cx="1131651" cy="219456"/>
          </a:xfrm>
        </p:spPr>
        <p:txBody>
          <a:bodyPr/>
          <a:lstStyle/>
          <a:p>
            <a:pPr lvl="0"/>
            <a:r>
              <a:rPr lang="en-US" noProof="0" dirty="0"/>
              <a:t>Value benefit</a:t>
            </a:r>
          </a:p>
        </p:txBody>
      </p:sp>
      <p:sp>
        <p:nvSpPr>
          <p:cNvPr id="225" name="Text Placeholder 224">
            <a:extLst>
              <a:ext uri="{FF2B5EF4-FFF2-40B4-BE49-F238E27FC236}">
                <a16:creationId xmlns:a16="http://schemas.microsoft.com/office/drawing/2014/main" id="{C59FD0DC-AA62-121C-1185-9B52CB7FAAF9}"/>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226" name="Group 225">
            <a:extLst>
              <a:ext uri="{FF2B5EF4-FFF2-40B4-BE49-F238E27FC236}">
                <a16:creationId xmlns:a16="http://schemas.microsoft.com/office/drawing/2014/main" id="{2C1EC3CA-07BB-4724-4EE2-C5A9300F457C}"/>
              </a:ext>
            </a:extLst>
          </p:cNvPr>
          <p:cNvGrpSpPr/>
          <p:nvPr/>
        </p:nvGrpSpPr>
        <p:grpSpPr>
          <a:xfrm>
            <a:off x="320719" y="3778836"/>
            <a:ext cx="1771605" cy="216000"/>
            <a:chOff x="320719" y="4224848"/>
            <a:chExt cx="1771605" cy="219456"/>
          </a:xfrm>
        </p:grpSpPr>
        <p:sp>
          <p:nvSpPr>
            <p:cNvPr id="227" name="Rectangle: Rounded Corners 6">
              <a:extLst>
                <a:ext uri="{FF2B5EF4-FFF2-40B4-BE49-F238E27FC236}">
                  <a16:creationId xmlns:a16="http://schemas.microsoft.com/office/drawing/2014/main" id="{5FC11D11-2B66-1462-1010-0AC508B966DE}"/>
                </a:ext>
                <a:ext uri="{C183D7F6-B498-43B3-948B-1728B52AA6E4}">
                  <adec:decorative xmlns:adec="http://schemas.microsoft.com/office/drawing/2017/decorative" val="1"/>
                </a:ext>
              </a:extLst>
            </p:cNvPr>
            <p:cNvSpPr/>
            <p:nvPr/>
          </p:nvSpPr>
          <p:spPr bwMode="auto">
            <a:xfrm>
              <a:off x="320719" y="4224848"/>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IT management costs</a:t>
              </a:r>
            </a:p>
          </p:txBody>
        </p:sp>
        <p:pic>
          <p:nvPicPr>
            <p:cNvPr id="228" name="Graphic 227">
              <a:extLst>
                <a:ext uri="{FF2B5EF4-FFF2-40B4-BE49-F238E27FC236}">
                  <a16:creationId xmlns:a16="http://schemas.microsoft.com/office/drawing/2014/main" id="{42E33AD2-E3B8-47F8-2B7C-77ED597F577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229" name="Group 228">
            <a:extLst>
              <a:ext uri="{FF2B5EF4-FFF2-40B4-BE49-F238E27FC236}">
                <a16:creationId xmlns:a16="http://schemas.microsoft.com/office/drawing/2014/main" id="{F295FD02-59E4-827B-A4F8-EC74A7AF76D8}"/>
              </a:ext>
            </a:extLst>
          </p:cNvPr>
          <p:cNvGrpSpPr/>
          <p:nvPr/>
        </p:nvGrpSpPr>
        <p:grpSpPr>
          <a:xfrm>
            <a:off x="320719" y="5020658"/>
            <a:ext cx="1771607" cy="504622"/>
            <a:chOff x="320719" y="5293823"/>
            <a:chExt cx="1771607" cy="504622"/>
          </a:xfrm>
        </p:grpSpPr>
        <p:grpSp>
          <p:nvGrpSpPr>
            <p:cNvPr id="230" name="Group 229">
              <a:extLst>
                <a:ext uri="{FF2B5EF4-FFF2-40B4-BE49-F238E27FC236}">
                  <a16:creationId xmlns:a16="http://schemas.microsoft.com/office/drawing/2014/main" id="{189295E1-7EC3-FC1A-7DFB-82F988864645}"/>
                </a:ext>
              </a:extLst>
            </p:cNvPr>
            <p:cNvGrpSpPr/>
            <p:nvPr/>
          </p:nvGrpSpPr>
          <p:grpSpPr>
            <a:xfrm>
              <a:off x="320719" y="5293823"/>
              <a:ext cx="1771605" cy="216000"/>
              <a:chOff x="320719" y="5270676"/>
              <a:chExt cx="1771605" cy="216000"/>
            </a:xfrm>
          </p:grpSpPr>
          <p:sp>
            <p:nvSpPr>
              <p:cNvPr id="234" name="Rectangle: Rounded Corners 6">
                <a:extLst>
                  <a:ext uri="{FF2B5EF4-FFF2-40B4-BE49-F238E27FC236}">
                    <a16:creationId xmlns:a16="http://schemas.microsoft.com/office/drawing/2014/main" id="{DDC910F0-B9C7-9EFA-C9AC-BD43756A4930}"/>
                  </a:ext>
                  <a:ext uri="{C183D7F6-B498-43B3-948B-1728B52AA6E4}">
                    <adec:decorative xmlns:adec="http://schemas.microsoft.com/office/drawing/2017/decorative" val="1"/>
                  </a:ext>
                </a:extLst>
              </p:cNvPr>
              <p:cNvSpPr>
                <a:spLocks/>
              </p:cNvSpPr>
              <p:nvPr/>
            </p:nvSpPr>
            <p:spPr bwMode="auto">
              <a:xfrm>
                <a:off x="320719" y="5270676"/>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235" name="Graphic 234">
                <a:extLst>
                  <a:ext uri="{FF2B5EF4-FFF2-40B4-BE49-F238E27FC236}">
                    <a16:creationId xmlns:a16="http://schemas.microsoft.com/office/drawing/2014/main" id="{7A3407E2-77E7-501C-E8E3-336CC6B7D920}"/>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67505" y="5306676"/>
                <a:ext cx="144000" cy="144000"/>
              </a:xfrm>
              <a:prstGeom prst="rect">
                <a:avLst/>
              </a:prstGeom>
            </p:spPr>
          </p:pic>
        </p:grpSp>
        <p:grpSp>
          <p:nvGrpSpPr>
            <p:cNvPr id="231" name="Group 230">
              <a:extLst>
                <a:ext uri="{FF2B5EF4-FFF2-40B4-BE49-F238E27FC236}">
                  <a16:creationId xmlns:a16="http://schemas.microsoft.com/office/drawing/2014/main" id="{8BAEE15C-E30B-5E9C-DDD5-20179D5F9568}"/>
                </a:ext>
              </a:extLst>
            </p:cNvPr>
            <p:cNvGrpSpPr/>
            <p:nvPr/>
          </p:nvGrpSpPr>
          <p:grpSpPr>
            <a:xfrm>
              <a:off x="320721" y="5582445"/>
              <a:ext cx="1771605" cy="216000"/>
              <a:chOff x="320721" y="5582445"/>
              <a:chExt cx="1771605" cy="216000"/>
            </a:xfrm>
          </p:grpSpPr>
          <p:sp>
            <p:nvSpPr>
              <p:cNvPr id="232" name="Rectangle: Rounded Corners 231">
                <a:extLst>
                  <a:ext uri="{FF2B5EF4-FFF2-40B4-BE49-F238E27FC236}">
                    <a16:creationId xmlns:a16="http://schemas.microsoft.com/office/drawing/2014/main" id="{A202DC4C-250B-21B4-F957-66EA731BC1BA}"/>
                  </a:ext>
                  <a:ext uri="{C183D7F6-B498-43B3-948B-1728B52AA6E4}">
                    <adec:decorative xmlns:adec="http://schemas.microsoft.com/office/drawing/2017/decorative" val="1"/>
                  </a:ext>
                </a:extLst>
              </p:cNvPr>
              <p:cNvSpPr>
                <a:spLocks/>
              </p:cNvSpPr>
              <p:nvPr/>
            </p:nvSpPr>
            <p:spPr bwMode="auto">
              <a:xfrm>
                <a:off x="320721" y="5582445"/>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 </a:t>
                </a:r>
              </a:p>
            </p:txBody>
          </p:sp>
          <p:pic>
            <p:nvPicPr>
              <p:cNvPr id="233" name="Graphic 232">
                <a:extLst>
                  <a:ext uri="{FF2B5EF4-FFF2-40B4-BE49-F238E27FC236}">
                    <a16:creationId xmlns:a16="http://schemas.microsoft.com/office/drawing/2014/main" id="{9E3801E0-D862-2CF3-4853-9CEC2F7E30AD}"/>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67505" y="5618445"/>
                <a:ext cx="144000" cy="144000"/>
              </a:xfrm>
              <a:prstGeom prst="rect">
                <a:avLst/>
              </a:prstGeom>
            </p:spPr>
          </p:pic>
        </p:grpSp>
      </p:grpSp>
      <p:sp>
        <p:nvSpPr>
          <p:cNvPr id="3" name="TextBox 2">
            <a:extLst>
              <a:ext uri="{FF2B5EF4-FFF2-40B4-BE49-F238E27FC236}">
                <a16:creationId xmlns:a16="http://schemas.microsoft.com/office/drawing/2014/main" id="{3240751E-E72E-F7EC-0D81-6FC86CAAA3D3}"/>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pic>
        <p:nvPicPr>
          <p:cNvPr id="4" name="Picture 50">
            <a:hlinkClick r:id="rId7"/>
            <a:extLst>
              <a:ext uri="{FF2B5EF4-FFF2-40B4-BE49-F238E27FC236}">
                <a16:creationId xmlns:a16="http://schemas.microsoft.com/office/drawing/2014/main" id="{0878ADD9-0995-B156-D573-8700A45C4A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82938" y="2242688"/>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30E798-29AE-3A38-E26B-3C85982693BB}"/>
              </a:ext>
              <a:ext uri="{C183D7F6-B498-43B3-948B-1728B52AA6E4}">
                <adec:decorative xmlns:adec="http://schemas.microsoft.com/office/drawing/2017/decorative" val="0"/>
              </a:ext>
            </a:extLst>
          </p:cNvPr>
          <p:cNvSpPr txBox="1"/>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pic>
        <p:nvPicPr>
          <p:cNvPr id="7" name="Picture 50">
            <a:hlinkClick r:id="rId7"/>
            <a:extLst>
              <a:ext uri="{FF2B5EF4-FFF2-40B4-BE49-F238E27FC236}">
                <a16:creationId xmlns:a16="http://schemas.microsoft.com/office/drawing/2014/main" id="{CA531B63-CA05-51CF-1388-813C335F3D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67425" y="2242688"/>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EAA3FCB-3301-6CCE-9521-003EC53CA735}"/>
              </a:ext>
              <a:ext uri="{C183D7F6-B498-43B3-948B-1728B52AA6E4}">
                <adec:decorative xmlns:adec="http://schemas.microsoft.com/office/drawing/2017/decorative" val="0"/>
              </a:ext>
            </a:extLst>
          </p:cNvPr>
          <p:cNvSpPr txBox="1"/>
          <p:nvPr/>
        </p:nvSpPr>
        <p:spPr>
          <a:xfrm>
            <a:off x="9328927"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Agent Mode in Excel</a:t>
            </a:r>
          </a:p>
        </p:txBody>
      </p:sp>
      <p:sp>
        <p:nvSpPr>
          <p:cNvPr id="12" name="TextBox 11">
            <a:extLst>
              <a:ext uri="{FF2B5EF4-FFF2-40B4-BE49-F238E27FC236}">
                <a16:creationId xmlns:a16="http://schemas.microsoft.com/office/drawing/2014/main" id="{BFFBA531-4D03-F300-BFE6-B5A7ECF70289}"/>
              </a:ext>
              <a:ext uri="{C183D7F6-B498-43B3-948B-1728B52AA6E4}">
                <adec:decorative xmlns:adec="http://schemas.microsoft.com/office/drawing/2017/decorative" val="0"/>
              </a:ext>
            </a:extLst>
          </p:cNvPr>
          <p:cNvSpPr txBox="1"/>
          <p:nvPr/>
        </p:nvSpPr>
        <p:spPr>
          <a:xfrm>
            <a:off x="3562472"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p>
        </p:txBody>
      </p:sp>
      <p:sp>
        <p:nvSpPr>
          <p:cNvPr id="15" name="TextBox 14">
            <a:extLst>
              <a:ext uri="{FF2B5EF4-FFF2-40B4-BE49-F238E27FC236}">
                <a16:creationId xmlns:a16="http://schemas.microsoft.com/office/drawing/2014/main" id="{C4FB45AA-241E-A0E2-467B-FD229EBDD11D}"/>
              </a:ext>
              <a:ext uri="{C183D7F6-B498-43B3-948B-1728B52AA6E4}">
                <adec:decorative xmlns:adec="http://schemas.microsoft.com/office/drawing/2017/decorative" val="0"/>
              </a:ext>
            </a:extLst>
          </p:cNvPr>
          <p:cNvSpPr txBox="1"/>
          <p:nvPr/>
        </p:nvSpPr>
        <p:spPr>
          <a:xfrm>
            <a:off x="6446959"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pic>
        <p:nvPicPr>
          <p:cNvPr id="16" name="Picture 50">
            <a:hlinkClick r:id="rId7"/>
            <a:extLst>
              <a:ext uri="{FF2B5EF4-FFF2-40B4-BE49-F238E27FC236}">
                <a16:creationId xmlns:a16="http://schemas.microsoft.com/office/drawing/2014/main" id="{39696E02-9019-3C7E-5027-0ECF7AADB86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67425" y="4841827"/>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27607347-D451-4AF6-376D-FB660AD8BCBC}"/>
              </a:ext>
              <a:ext uri="{C183D7F6-B498-43B3-948B-1728B52AA6E4}">
                <adec:decorative xmlns:adec="http://schemas.microsoft.com/office/drawing/2017/decorative" val="0"/>
              </a:ext>
            </a:extLst>
          </p:cNvPr>
          <p:cNvSpPr txBox="1"/>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Word Agent</a:t>
            </a:r>
          </a:p>
        </p:txBody>
      </p:sp>
      <p:sp>
        <p:nvSpPr>
          <p:cNvPr id="56" name="Text Placeholder 55">
            <a:extLst>
              <a:ext uri="{FF2B5EF4-FFF2-40B4-BE49-F238E27FC236}">
                <a16:creationId xmlns:a16="http://schemas.microsoft.com/office/drawing/2014/main" id="{B43A8E8B-D56F-3FA0-BF4B-853CEA3258C4}"/>
              </a:ext>
            </a:extLst>
          </p:cNvPr>
          <p:cNvSpPr>
            <a:spLocks noGrp="1"/>
          </p:cNvSpPr>
          <p:nvPr>
            <p:ph type="body" sz="quarter" idx="33"/>
          </p:nvPr>
        </p:nvSpPr>
        <p:spPr>
          <a:xfrm>
            <a:off x="304796" y="260099"/>
            <a:ext cx="2057403" cy="615553"/>
          </a:xfrm>
        </p:spPr>
        <p:txBody>
          <a:bodyPr vert="horz" wrap="square" lIns="0" tIns="0" rIns="0" bIns="0" rtlCol="0" anchor="ctr">
            <a:spAutoFit/>
          </a:bodyPr>
          <a:lstStyle/>
          <a:p>
            <a:r>
              <a:rPr lang="en-US" sz="1600" dirty="0"/>
              <a:t>Information Technology </a:t>
            </a:r>
          </a:p>
        </p:txBody>
      </p:sp>
      <p:sp>
        <p:nvSpPr>
          <p:cNvPr id="58" name="Title 57">
            <a:extLst>
              <a:ext uri="{FF2B5EF4-FFF2-40B4-BE49-F238E27FC236}">
                <a16:creationId xmlns:a16="http://schemas.microsoft.com/office/drawing/2014/main" id="{3445D7D6-B997-4D15-3F62-E557DFFF2A88}"/>
              </a:ext>
            </a:extLst>
          </p:cNvPr>
          <p:cNvSpPr>
            <a:spLocks noGrp="1"/>
          </p:cNvSpPr>
          <p:nvPr>
            <p:ph type="title"/>
          </p:nvPr>
        </p:nvSpPr>
        <p:spPr>
          <a:xfrm>
            <a:off x="2492556" y="429376"/>
            <a:ext cx="4144817" cy="276999"/>
          </a:xfrm>
        </p:spPr>
        <p:txBody>
          <a:bodyPr/>
          <a:lstStyle/>
          <a:p>
            <a:r>
              <a:rPr lang="en-US" dirty="0"/>
              <a:t>Evaluate and purchase a new IT solution</a:t>
            </a:r>
          </a:p>
        </p:txBody>
      </p:sp>
      <p:pic>
        <p:nvPicPr>
          <p:cNvPr id="2" name="Picture 1" descr="Excel logo">
            <a:extLst>
              <a:ext uri="{FF2B5EF4-FFF2-40B4-BE49-F238E27FC236}">
                <a16:creationId xmlns:a16="http://schemas.microsoft.com/office/drawing/2014/main" id="{E61CCEDB-0CFF-EAED-EC2A-7692A27400A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933801" y="2242688"/>
            <a:ext cx="254134" cy="254134"/>
          </a:xfrm>
          <a:prstGeom prst="ellipse">
            <a:avLst/>
          </a:prstGeom>
          <a:solidFill>
            <a:schemeClr val="bg1"/>
          </a:solidFill>
        </p:spPr>
      </p:pic>
      <p:pic>
        <p:nvPicPr>
          <p:cNvPr id="5" name="Picture 4" descr="Word logo">
            <a:extLst>
              <a:ext uri="{FF2B5EF4-FFF2-40B4-BE49-F238E27FC236}">
                <a16:creationId xmlns:a16="http://schemas.microsoft.com/office/drawing/2014/main" id="{779E68D4-B260-4A0A-4BB7-1C6D4F137C2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8933801" y="4828013"/>
            <a:ext cx="246576" cy="246576"/>
          </a:xfrm>
          <a:prstGeom prst="ellipse">
            <a:avLst/>
          </a:prstGeom>
          <a:solidFill>
            <a:srgbClr val="FFFFFF"/>
          </a:solidFill>
        </p:spPr>
      </p:pic>
      <p:pic>
        <p:nvPicPr>
          <p:cNvPr id="10" name="Picture 9" descr="Outlook logo">
            <a:extLst>
              <a:ext uri="{FF2B5EF4-FFF2-40B4-BE49-F238E27FC236}">
                <a16:creationId xmlns:a16="http://schemas.microsoft.com/office/drawing/2014/main" id="{6443037B-B8F0-7C28-640C-DB198AA52D2D}"/>
              </a:ext>
            </a:extLst>
          </p:cNvPr>
          <p:cNvPicPr>
            <a:picLocks noChangeAspect="1"/>
          </p:cNvPicPr>
          <p:nvPr/>
        </p:nvPicPr>
        <p:blipFill>
          <a:blip r:embed="rId11"/>
          <a:stretch>
            <a:fillRect/>
          </a:stretch>
        </p:blipFill>
        <p:spPr>
          <a:xfrm>
            <a:off x="3171537" y="4809413"/>
            <a:ext cx="265176" cy="265176"/>
          </a:xfrm>
          <a:prstGeom prst="rect">
            <a:avLst/>
          </a:prstGeom>
        </p:spPr>
      </p:pic>
    </p:spTree>
    <p:extLst>
      <p:ext uri="{BB962C8B-B14F-4D97-AF65-F5344CB8AC3E}">
        <p14:creationId xmlns:p14="http://schemas.microsoft.com/office/powerpoint/2010/main" val="463468117"/>
      </p:ext>
    </p:extLst>
  </p:cSld>
  <p:clrMapOvr>
    <a:masterClrMapping/>
  </p:clrMapOvr>
  <p:transition>
    <p:fade/>
  </p:transition>
</p:sld>
</file>

<file path=ppt/theme/theme1.xml><?xml version="1.0" encoding="utf-8"?>
<a:theme xmlns:a="http://schemas.openxmlformats.org/drawingml/2006/main" name="Light 16x9">
  <a:themeElements>
    <a:clrScheme name="Custom 7">
      <a:dk1>
        <a:srgbClr val="000000"/>
      </a:dk1>
      <a:lt1>
        <a:srgbClr val="FFFFFF"/>
      </a:lt1>
      <a:dk2>
        <a:srgbClr val="463668"/>
      </a:dk2>
      <a:lt2>
        <a:srgbClr val="E8E6DF"/>
      </a:lt2>
      <a:accent1>
        <a:srgbClr val="463668"/>
      </a:accent1>
      <a:accent2>
        <a:srgbClr val="C5B4E3"/>
      </a:accent2>
      <a:accent3>
        <a:srgbClr val="C03BC4"/>
      </a:accent3>
      <a:accent4>
        <a:srgbClr val="8C8279"/>
      </a:accent4>
      <a:accent5>
        <a:srgbClr val="D59ED7"/>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4.potx" id="{4908BB59-E0F9-4262-9337-B2D75939F852}" vid="{C1F6406B-B671-42E9-A581-A06DD5071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361</Words>
  <Application>Microsoft Office PowerPoint</Application>
  <PresentationFormat>Widescreen</PresentationFormat>
  <Paragraphs>35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Segoe UI</vt:lpstr>
      <vt:lpstr>Segoe UI Semibold</vt:lpstr>
      <vt:lpstr>Wingdings</vt:lpstr>
      <vt:lpstr>Light 16x9</vt:lpstr>
      <vt:lpstr>Evaluate and purchase a new IT 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2026-01-15T22:07:23Z</dcterms:created>
  <dcterms:modified xsi:type="dcterms:W3CDTF">2026-01-16T17:40:33Z</dcterms:modified>
</cp:coreProperties>
</file>