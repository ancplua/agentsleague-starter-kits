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0" r:id="rId1"/>
  </p:sldMasterIdLst>
  <p:notesMasterIdLst>
    <p:notesMasterId r:id="rId3"/>
  </p:notesMasterIdLst>
  <p:sldIdLst>
    <p:sldId id="478"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8F8F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F3EA553-41F0-4ADE-9C17-0B79119E7394}" v="1" dt="2026-01-15T22:01:45.774"/>
    <p1510:client id="{97D9914F-BBC1-4220-BA84-1BBA1DE90E18}" v="221" dt="2026-01-15T01:47:46.50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3" d="100"/>
          <a:sy n="73" d="100"/>
        </p:scale>
        <p:origin x="1266" y="29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C10360-7F2B-43B7-AE47-3D95E72B02E5}" type="datetimeFigureOut">
              <a:rPr lang="en-US" smtClean="0"/>
              <a:t>1/16/2026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986178-B4BC-4168-845A-05655C68B09A}" type="slidenum">
              <a:rPr lang="en-US" smtClean="0"/>
              <a:t>‹#›</a:t>
            </a:fld>
            <a:endParaRPr lang="en-US" dirty="0"/>
          </a:p>
        </p:txBody>
      </p:sp>
    </p:spTree>
    <p:extLst>
      <p:ext uri="{BB962C8B-B14F-4D97-AF65-F5344CB8AC3E}">
        <p14:creationId xmlns:p14="http://schemas.microsoft.com/office/powerpoint/2010/main" val="24907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m365copilot.com/"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m365copilot.com/"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m365copilot.com/"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1_Title square photo 2">
    <p:bg>
      <p:bgPr>
        <a:solidFill>
          <a:srgbClr val="FFF8F3"/>
        </a:solidFill>
        <a:effectLst/>
      </p:bgPr>
    </p:bg>
    <p:spTree>
      <p:nvGrpSpPr>
        <p:cNvPr id="1" name=""/>
        <p:cNvGrpSpPr/>
        <p:nvPr/>
      </p:nvGrpSpPr>
      <p:grpSpPr>
        <a:xfrm>
          <a:off x="0" y="0"/>
          <a:ext cx="0" cy="0"/>
          <a:chOff x="0" y="0"/>
          <a:chExt cx="0" cy="0"/>
        </a:xfrm>
      </p:grpSpPr>
      <p:pic>
        <p:nvPicPr>
          <p:cNvPr id="4" name="Picture 3" descr="A close-up of a spiral&#10;&#10;Description automatically generated">
            <a:extLst>
              <a:ext uri="{FF2B5EF4-FFF2-40B4-BE49-F238E27FC236}">
                <a16:creationId xmlns:a16="http://schemas.microsoft.com/office/drawing/2014/main" id="{361D5F98-BDD8-425B-488B-22D9DCB8038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6" name="Rectangle 5">
            <a:extLst>
              <a:ext uri="{FF2B5EF4-FFF2-40B4-BE49-F238E27FC236}">
                <a16:creationId xmlns:a16="http://schemas.microsoft.com/office/drawing/2014/main" id="{418D8C93-A68F-427F-AC31-AE3104AD1194}"/>
              </a:ext>
            </a:extLst>
          </p:cNvPr>
          <p:cNvSpPr/>
          <p:nvPr userDrawn="1"/>
        </p:nvSpPr>
        <p:spPr bwMode="auto">
          <a:xfrm>
            <a:off x="0" y="0"/>
            <a:ext cx="12192000" cy="6858000"/>
          </a:xfrm>
          <a:prstGeom prst="rect">
            <a:avLst/>
          </a:prstGeom>
          <a:solidFill>
            <a:schemeClr val="bg1">
              <a:alpha val="24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917984"/>
            <a:ext cx="7758903" cy="615553"/>
          </a:xfrm>
        </p:spPr>
        <p:txBody>
          <a:bodyPr wrap="square" anchor="b" anchorCtr="0">
            <a:spAutoFit/>
          </a:bodyPr>
          <a:lstStyle>
            <a:lvl1pPr>
              <a:defRPr sz="4000">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7752752"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a:t>
            </a:r>
          </a:p>
        </p:txBody>
      </p:sp>
      <p:pic>
        <p:nvPicPr>
          <p:cNvPr id="7" name="MS logo gray - EMF" descr="Microsoft logo, gray text version">
            <a:extLst>
              <a:ext uri="{FF2B5EF4-FFF2-40B4-BE49-F238E27FC236}">
                <a16:creationId xmlns:a16="http://schemas.microsoft.com/office/drawing/2014/main" id="{D4D1E6E7-6980-34C8-5B50-9BC3D2B8E20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78738154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pic>
        <p:nvPicPr>
          <p:cNvPr id="5" name="Picture 4" descr="A blue sky with white clouds&#10;&#10;AI-generated content may be incorrect.">
            <a:extLst>
              <a:ext uri="{FF2B5EF4-FFF2-40B4-BE49-F238E27FC236}">
                <a16:creationId xmlns:a16="http://schemas.microsoft.com/office/drawing/2014/main" id="{D06997A8-9B2A-B93C-F597-79B38162AF6A}"/>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8660744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2_Title Only">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C58B1CC-7E89-FC8B-DE61-81B2927808E2}"/>
              </a:ext>
              <a:ext uri="{C183D7F6-B498-43B3-948B-1728B52AA6E4}">
                <adec:decorative xmlns:adec="http://schemas.microsoft.com/office/drawing/2017/decorative" val="1"/>
              </a:ext>
            </a:extLst>
          </p:cNvPr>
          <p:cNvPicPr>
            <a:picLocks noChangeAspect="1"/>
          </p:cNvPicPr>
          <p:nvPr userDrawn="1"/>
        </p:nvPicPr>
        <p:blipFill rotWithShape="1">
          <a:blip r:embed="rId2">
            <a:duotone>
              <a:prstClr val="black"/>
              <a:srgbClr val="FFF8F3">
                <a:tint val="45000"/>
                <a:satMod val="400000"/>
              </a:srgbClr>
            </a:duotone>
          </a:blip>
          <a:srcRect t="7440" b="52893"/>
          <a:stretch/>
        </p:blipFill>
        <p:spPr>
          <a:xfrm>
            <a:off x="0" y="0"/>
            <a:ext cx="12191999" cy="6857999"/>
          </a:xfrm>
          <a:prstGeom prst="round2SameRect">
            <a:avLst>
              <a:gd name="adj1" fmla="val 0"/>
              <a:gd name="adj2" fmla="val 0"/>
            </a:avLst>
          </a:prstGeom>
        </p:spPr>
      </p:pic>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85723585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05829768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Only - left side ">
    <p:spTree>
      <p:nvGrpSpPr>
        <p:cNvPr id="1" name=""/>
        <p:cNvGrpSpPr/>
        <p:nvPr/>
      </p:nvGrpSpPr>
      <p:grpSpPr>
        <a:xfrm>
          <a:off x="0" y="0"/>
          <a:ext cx="0" cy="0"/>
          <a:chOff x="0" y="0"/>
          <a:chExt cx="0" cy="0"/>
        </a:xfrm>
      </p:grpSpPr>
      <p:pic>
        <p:nvPicPr>
          <p:cNvPr id="3" name="Picture 2" descr="A close-up of a curved object">
            <a:extLst>
              <a:ext uri="{FF2B5EF4-FFF2-40B4-BE49-F238E27FC236}">
                <a16:creationId xmlns:a16="http://schemas.microsoft.com/office/drawing/2014/main" id="{65978E02-7B42-4283-0732-A5ECD04C20F5}"/>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4" name="Rectangle 3">
            <a:extLst>
              <a:ext uri="{FF2B5EF4-FFF2-40B4-BE49-F238E27FC236}">
                <a16:creationId xmlns:a16="http://schemas.microsoft.com/office/drawing/2014/main" id="{FD9B2C81-3582-FD54-9197-2A2E6EA52FF9}"/>
              </a:ext>
            </a:extLst>
          </p:cNvPr>
          <p:cNvSpPr/>
          <p:nvPr userDrawn="1"/>
        </p:nvSpPr>
        <p:spPr bwMode="auto">
          <a:xfrm>
            <a:off x="0" y="0"/>
            <a:ext cx="8586216" cy="6858000"/>
          </a:xfrm>
          <a:prstGeom prst="rect">
            <a:avLst/>
          </a:prstGeom>
          <a:gradFill>
            <a:gsLst>
              <a:gs pos="0">
                <a:srgbClr val="FFF8F3"/>
              </a:gs>
              <a:gs pos="100000">
                <a:srgbClr val="FFF8F3">
                  <a:alpha val="0"/>
                </a:srgbClr>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191600287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07777"/>
          </a:xfrm>
        </p:spPr>
        <p:txBody>
          <a:bodyPr tIns="0"/>
          <a:lstStyle>
            <a:lvl1pPr>
              <a:defRPr sz="2000" spc="0">
                <a:latin typeface="+mj-lt"/>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192802544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_Scenario six steps">
    <p:spTree>
      <p:nvGrpSpPr>
        <p:cNvPr id="1" name=""/>
        <p:cNvGrpSpPr/>
        <p:nvPr/>
      </p:nvGrpSpPr>
      <p:grpSpPr>
        <a:xfrm>
          <a:off x="0" y="0"/>
          <a:ext cx="0" cy="0"/>
          <a:chOff x="0" y="0"/>
          <a:chExt cx="0" cy="0"/>
        </a:xfrm>
      </p:grpSpPr>
      <p:sp>
        <p:nvSpPr>
          <p:cNvPr id="13" name="Rectangle: Rounded Corners 12">
            <a:extLst>
              <a:ext uri="{FF2B5EF4-FFF2-40B4-BE49-F238E27FC236}">
                <a16:creationId xmlns:a16="http://schemas.microsoft.com/office/drawing/2014/main" id="{B196B9EA-FBFB-4858-13AE-0D3B6A1BFE98}"/>
              </a:ext>
            </a:extLst>
          </p:cNvPr>
          <p:cNvSpPr>
            <a:spLocks/>
          </p:cNvSpPr>
          <p:nvPr userDrawn="1"/>
        </p:nvSpPr>
        <p:spPr bwMode="auto">
          <a:xfrm>
            <a:off x="2179638" y="304726"/>
            <a:ext cx="4582191" cy="526298"/>
          </a:xfrm>
          <a:prstGeom prst="roundRect">
            <a:avLst/>
          </a:prstGeom>
          <a:solidFill>
            <a:srgbClr val="DDEEF8"/>
          </a:solidFill>
          <a:ln>
            <a:solidFill>
              <a:schemeClr val="bg1"/>
            </a:solidFill>
            <a:headEnd type="none" w="med" len="med"/>
            <a:tailEnd type="none" w="med" len="med"/>
          </a:ln>
          <a:effectLst>
            <a:outerShdw blurRad="254000" algn="ctr" rotWithShape="0">
              <a:schemeClr val="bg1">
                <a:lumMod val="75000"/>
                <a:alpha val="3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11480" tIns="91440" rIns="91440" bIns="9144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1200"/>
              </a:spcBef>
              <a:spcAft>
                <a:spcPts val="0"/>
              </a:spcAft>
              <a:buClrTx/>
              <a:buSzPct val="100000"/>
              <a:buFontTx/>
              <a:buNone/>
              <a:tabLst/>
              <a:defRPr/>
            </a:pPr>
            <a:endParaRPr kumimoji="0" lang="en-US" sz="1800" b="0" i="0" u="none" strike="noStrike" kern="1200" cap="none" spc="0" normalizeH="0" baseline="0" noProof="0" dirty="0">
              <a:ln>
                <a:noFill/>
              </a:ln>
              <a:solidFill>
                <a:srgbClr val="000000"/>
              </a:solidFill>
              <a:effectLst/>
              <a:uLnTx/>
              <a:uFillTx/>
              <a:latin typeface="Segoe UI Semibold"/>
              <a:ea typeface="+mn-ea"/>
              <a:cs typeface="+mn-cs"/>
            </a:endParaRPr>
          </a:p>
        </p:txBody>
      </p:sp>
      <p:sp>
        <p:nvSpPr>
          <p:cNvPr id="14" name="TextBox 13">
            <a:extLst>
              <a:ext uri="{FF2B5EF4-FFF2-40B4-BE49-F238E27FC236}">
                <a16:creationId xmlns:a16="http://schemas.microsoft.com/office/drawing/2014/main" id="{0510B21A-B692-149F-D60C-5E53B60E00B6}"/>
              </a:ext>
            </a:extLst>
          </p:cNvPr>
          <p:cNvSpPr txBox="1">
            <a:spLocks/>
          </p:cNvSpPr>
          <p:nvPr userDrawn="1"/>
        </p:nvSpPr>
        <p:spPr>
          <a:xfrm>
            <a:off x="0" y="304726"/>
            <a:ext cx="2431247" cy="526298"/>
          </a:xfrm>
          <a:custGeom>
            <a:avLst/>
            <a:gdLst>
              <a:gd name="connsiteX0" fmla="*/ 1993 w 2431247"/>
              <a:gd name="connsiteY0" fmla="*/ 0 h 526298"/>
              <a:gd name="connsiteX1" fmla="*/ 2338766 w 2431247"/>
              <a:gd name="connsiteY1" fmla="*/ 0 h 526298"/>
              <a:gd name="connsiteX2" fmla="*/ 2431247 w 2431247"/>
              <a:gd name="connsiteY2" fmla="*/ 92481 h 526298"/>
              <a:gd name="connsiteX3" fmla="*/ 2431247 w 2431247"/>
              <a:gd name="connsiteY3" fmla="*/ 433817 h 526298"/>
              <a:gd name="connsiteX4" fmla="*/ 2338766 w 2431247"/>
              <a:gd name="connsiteY4" fmla="*/ 526298 h 526298"/>
              <a:gd name="connsiteX5" fmla="*/ 1993 w 2431247"/>
              <a:gd name="connsiteY5" fmla="*/ 526298 h 526298"/>
              <a:gd name="connsiteX6" fmla="*/ 0 w 2431247"/>
              <a:gd name="connsiteY6" fmla="*/ 525896 h 526298"/>
              <a:gd name="connsiteX7" fmla="*/ 0 w 2431247"/>
              <a:gd name="connsiteY7" fmla="*/ 402 h 526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1247" h="526298">
                <a:moveTo>
                  <a:pt x="1993" y="0"/>
                </a:moveTo>
                <a:lnTo>
                  <a:pt x="2338766" y="0"/>
                </a:lnTo>
                <a:cubicBezTo>
                  <a:pt x="2389842" y="0"/>
                  <a:pt x="2431247" y="41405"/>
                  <a:pt x="2431247" y="92481"/>
                </a:cubicBezTo>
                <a:lnTo>
                  <a:pt x="2431247" y="433817"/>
                </a:lnTo>
                <a:cubicBezTo>
                  <a:pt x="2431247" y="484893"/>
                  <a:pt x="2389842" y="526298"/>
                  <a:pt x="2338766" y="526298"/>
                </a:cubicBezTo>
                <a:lnTo>
                  <a:pt x="1993" y="526298"/>
                </a:lnTo>
                <a:lnTo>
                  <a:pt x="0" y="525896"/>
                </a:lnTo>
                <a:lnTo>
                  <a:pt x="0" y="402"/>
                </a:lnTo>
                <a:close/>
              </a:path>
            </a:pathLst>
          </a:custGeom>
          <a:gradFill flip="none" rotWithShape="1">
            <a:gsLst>
              <a:gs pos="35000">
                <a:srgbClr val="0078D4"/>
              </a:gs>
              <a:gs pos="0">
                <a:srgbClr val="C03BC4"/>
              </a:gs>
            </a:gsLst>
            <a:path path="circle">
              <a:fillToRect l="100000" t="100000"/>
            </a:path>
            <a:tileRect r="-100000" b="-100000"/>
          </a:gradFill>
          <a:effectLst/>
        </p:spPr>
        <p:txBody>
          <a:bodyPr vert="horz" wrap="square" lIns="310896" tIns="0" rIns="0" bIns="0" rtlCol="0" anchor="ctr" anchorCtr="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b="1" i="0" kern="1200" spc="0" baseline="0">
                <a:solidFill>
                  <a:srgbClr val="FFFFFF"/>
                </a:solidFill>
                <a:latin typeface="Segoe UI Semibold" panose="020B0502040204020203" pitchFamily="34" charset="0"/>
                <a:ea typeface="+mn-ea"/>
                <a:cs typeface="Segoe UI Semibold"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endParaRPr kumimoji="0" lang="en-US" sz="2000" b="1" i="0" u="none" strike="noStrike" kern="1200" cap="none" spc="0" normalizeH="0" baseline="0" noProof="0" dirty="0">
              <a:ln>
                <a:noFill/>
              </a:ln>
              <a:solidFill>
                <a:srgbClr val="FFFFFF"/>
              </a:solidFill>
              <a:effectLst/>
              <a:uLnTx/>
              <a:uFillTx/>
              <a:latin typeface="Segoe UI Semibold" panose="020B0502040204020203" pitchFamily="34" charset="0"/>
              <a:ea typeface="+mn-ea"/>
              <a:cs typeface="Segoe UI Semibold" panose="020B0502040204020203" pitchFamily="34" charset="0"/>
            </a:endParaRPr>
          </a:p>
        </p:txBody>
      </p:sp>
      <p:sp>
        <p:nvSpPr>
          <p:cNvPr id="37" name="Step 5 Top">
            <a:extLst>
              <a:ext uri="{FF2B5EF4-FFF2-40B4-BE49-F238E27FC236}">
                <a16:creationId xmlns:a16="http://schemas.microsoft.com/office/drawing/2014/main" id="{6A995B05-0623-381A-BC20-075E020B55FB}"/>
              </a:ext>
            </a:extLst>
          </p:cNvPr>
          <p:cNvSpPr>
            <a:spLocks noGrp="1"/>
          </p:cNvSpPr>
          <p:nvPr>
            <p:ph type="body" sz="quarter" idx="32"/>
          </p:nvPr>
        </p:nvSpPr>
        <p:spPr>
          <a:xfrm>
            <a:off x="311388" y="1026303"/>
            <a:ext cx="2431246" cy="1131079"/>
          </a:xfrm>
        </p:spPr>
        <p:txBody>
          <a:bodyPr lIns="0" tIns="0" rIns="0" bIns="0">
            <a:noAutofit/>
          </a:bodyPr>
          <a:lstStyle>
            <a:lvl1pPr marL="0" indent="0">
              <a:spcBef>
                <a:spcPts val="0"/>
              </a:spcBef>
              <a:buNone/>
              <a:defRPr kumimoji="0" lang="en-US" sz="1050" b="0" i="0" u="none" strike="noStrike" kern="100" cap="none" normalizeH="0" baseline="0" dirty="0">
                <a:ln>
                  <a:noFill/>
                </a:ln>
                <a:solidFill>
                  <a:schemeClr val="tx1"/>
                </a:solidFill>
                <a:effectLst/>
                <a:uLnTx/>
                <a:uFillTx/>
                <a:latin typeface="+mn-lt"/>
                <a:ea typeface="Aptos" panose="020B0004020202020204" pitchFamily="34" charset="0"/>
                <a:cs typeface="Times New Roman" panose="02020603050405020304" pitchFamily="18" charset="0"/>
              </a:defRPr>
            </a:lvl1pPr>
          </a:lstStyle>
          <a:p>
            <a:pPr marL="0" marR="0" lvl="0" indent="0" algn="l" defTabSz="914400" rtl="0" eaLnBrk="1" fontAlgn="auto" latinLnBrk="0" hangingPunct="1">
              <a:spcBef>
                <a:spcPts val="0"/>
              </a:spcBef>
              <a:spcAft>
                <a:spcPts val="0"/>
              </a:spcAft>
              <a:buClrTx/>
              <a:buSzTx/>
              <a:buFontTx/>
              <a:buNone/>
              <a:tabLst/>
              <a:defRPr/>
            </a:pPr>
            <a:r>
              <a:rPr lang="en-US"/>
              <a:t>Click to edit Master text styles</a:t>
            </a:r>
          </a:p>
        </p:txBody>
      </p:sp>
      <p:sp>
        <p:nvSpPr>
          <p:cNvPr id="71" name="Text Placeholder 70">
            <a:extLst>
              <a:ext uri="{FF2B5EF4-FFF2-40B4-BE49-F238E27FC236}">
                <a16:creationId xmlns:a16="http://schemas.microsoft.com/office/drawing/2014/main" id="{82157D41-F80D-AE68-F668-478CD741D476}"/>
              </a:ext>
            </a:extLst>
          </p:cNvPr>
          <p:cNvSpPr>
            <a:spLocks noGrp="1"/>
          </p:cNvSpPr>
          <p:nvPr>
            <p:ph type="body" sz="quarter" idx="33"/>
          </p:nvPr>
        </p:nvSpPr>
        <p:spPr>
          <a:xfrm>
            <a:off x="304796" y="413987"/>
            <a:ext cx="2057403" cy="307777"/>
          </a:xfrm>
        </p:spPr>
        <p:txBody>
          <a:bodyPr anchor="ctr"/>
          <a:lstStyle>
            <a:lvl1pPr marL="0" indent="0" algn="l" defTabSz="932742" rtl="0" eaLnBrk="1" latinLnBrk="0" hangingPunct="1">
              <a:lnSpc>
                <a:spcPct val="100000"/>
              </a:lnSpc>
              <a:spcBef>
                <a:spcPct val="0"/>
              </a:spcBef>
              <a:buNone/>
              <a:defRPr lang="en-US" sz="2000" b="0" kern="1200" cap="none" spc="-50" baseline="0" dirty="0">
                <a:ln w="3175">
                  <a:noFill/>
                </a:ln>
                <a:solidFill>
                  <a:schemeClr val="bg1"/>
                </a:solidFill>
                <a:effectLst/>
                <a:latin typeface="+mj-lt"/>
                <a:ea typeface="+mn-ea"/>
                <a:cs typeface="Segoe UI" pitchFamily="34" charset="0"/>
              </a:defRPr>
            </a:lvl1pPr>
            <a:lvl2pPr marL="228600" indent="0">
              <a:buNone/>
              <a:defRPr/>
            </a:lvl2pPr>
          </a:lstStyle>
          <a:p>
            <a:pPr lvl="0"/>
            <a:r>
              <a:rPr lang="en-US"/>
              <a:t>Click to edit</a:t>
            </a:r>
          </a:p>
        </p:txBody>
      </p:sp>
      <p:sp>
        <p:nvSpPr>
          <p:cNvPr id="75" name="Scenario Level">
            <a:extLst>
              <a:ext uri="{FF2B5EF4-FFF2-40B4-BE49-F238E27FC236}">
                <a16:creationId xmlns:a16="http://schemas.microsoft.com/office/drawing/2014/main" id="{1BB75DAB-4D8A-2933-BB52-0C94AA4816E3}"/>
              </a:ext>
            </a:extLst>
          </p:cNvPr>
          <p:cNvSpPr txBox="1"/>
          <p:nvPr userDrawn="1"/>
        </p:nvSpPr>
        <p:spPr>
          <a:xfrm>
            <a:off x="10895070" y="358721"/>
            <a:ext cx="992247" cy="153888"/>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Segoe UI Semibold"/>
                <a:ea typeface="+mn-ea"/>
                <a:cs typeface="Segoe UI Semibold" panose="020B0502040204020203" pitchFamily="34" charset="0"/>
              </a:rPr>
              <a:t>Scenario level:</a:t>
            </a:r>
          </a:p>
        </p:txBody>
      </p:sp>
      <p:sp>
        <p:nvSpPr>
          <p:cNvPr id="5" name="Level">
            <a:extLst>
              <a:ext uri="{FF2B5EF4-FFF2-40B4-BE49-F238E27FC236}">
                <a16:creationId xmlns:a16="http://schemas.microsoft.com/office/drawing/2014/main" id="{D78A2D53-01ED-9D74-9712-451C6F321482}"/>
              </a:ext>
            </a:extLst>
          </p:cNvPr>
          <p:cNvSpPr>
            <a:spLocks noGrp="1"/>
          </p:cNvSpPr>
          <p:nvPr>
            <p:ph type="body" sz="quarter" idx="30"/>
          </p:nvPr>
        </p:nvSpPr>
        <p:spPr>
          <a:xfrm>
            <a:off x="10430351" y="521099"/>
            <a:ext cx="1456966" cy="175614"/>
          </a:xfrm>
        </p:spPr>
        <p:txBody>
          <a:bodyPr/>
          <a:lstStyle>
            <a:lvl1pPr marL="0" indent="0" algn="r">
              <a:spcBef>
                <a:spcPts val="0"/>
              </a:spcBef>
              <a:buNone/>
              <a:defRPr sz="1100" b="0" i="0" spc="0" baseline="0">
                <a:solidFill>
                  <a:srgbClr val="0078D4"/>
                </a:solidFill>
                <a:latin typeface="+mj-lt"/>
                <a:cs typeface="Segoe UI Semibold" panose="020B0502040204020203" pitchFamily="34" charset="0"/>
              </a:defRPr>
            </a:lvl1pPr>
            <a:lvl2pPr marL="228600" indent="0" algn="r">
              <a:spcBef>
                <a:spcPts val="0"/>
              </a:spcBef>
              <a:buNone/>
              <a:defRPr sz="1100" spc="-20" baseline="0">
                <a:solidFill>
                  <a:srgbClr val="B1B3B3"/>
                </a:solidFill>
              </a:defRPr>
            </a:lvl2pPr>
            <a:lvl3pPr algn="r">
              <a:defRPr/>
            </a:lvl3pPr>
            <a:lvl4pPr algn="r">
              <a:defRPr/>
            </a:lvl4pPr>
            <a:lvl5pPr algn="r">
              <a:defRPr/>
            </a:lvl5pPr>
          </a:lstStyle>
          <a:p>
            <a:r>
              <a:rPr lang="en-US"/>
              <a:t>Click to edit </a:t>
            </a:r>
          </a:p>
        </p:txBody>
      </p:sp>
      <p:sp>
        <p:nvSpPr>
          <p:cNvPr id="84" name="Available with">
            <a:extLst>
              <a:ext uri="{FF2B5EF4-FFF2-40B4-BE49-F238E27FC236}">
                <a16:creationId xmlns:a16="http://schemas.microsoft.com/office/drawing/2014/main" id="{8D8427AA-F015-D373-46E2-2EB1053D80CE}"/>
              </a:ext>
            </a:extLst>
          </p:cNvPr>
          <p:cNvSpPr txBox="1"/>
          <p:nvPr userDrawn="1"/>
        </p:nvSpPr>
        <p:spPr>
          <a:xfrm>
            <a:off x="9126798" y="358721"/>
            <a:ext cx="992247" cy="153888"/>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Segoe UI Semibold"/>
                <a:ea typeface="+mn-ea"/>
                <a:cs typeface="Segoe UI Semibold" panose="020B0502040204020203" pitchFamily="34" charset="0"/>
              </a:rPr>
              <a:t>Available with:</a:t>
            </a:r>
          </a:p>
        </p:txBody>
      </p:sp>
      <p:sp>
        <p:nvSpPr>
          <p:cNvPr id="103" name="Licenses">
            <a:extLst>
              <a:ext uri="{FF2B5EF4-FFF2-40B4-BE49-F238E27FC236}">
                <a16:creationId xmlns:a16="http://schemas.microsoft.com/office/drawing/2014/main" id="{6B562108-00FE-5F42-7550-13BB7DE58EA1}"/>
              </a:ext>
            </a:extLst>
          </p:cNvPr>
          <p:cNvSpPr>
            <a:spLocks noGrp="1"/>
          </p:cNvSpPr>
          <p:nvPr>
            <p:ph type="body" sz="quarter" idx="17"/>
          </p:nvPr>
        </p:nvSpPr>
        <p:spPr>
          <a:xfrm>
            <a:off x="7149557" y="521100"/>
            <a:ext cx="2969488" cy="169277"/>
          </a:xfrm>
        </p:spPr>
        <p:txBody>
          <a:bodyPr/>
          <a:lstStyle>
            <a:lvl1pPr marL="0" indent="0" algn="r">
              <a:spcBef>
                <a:spcPts val="0"/>
              </a:spcBef>
              <a:buNone/>
              <a:defRPr sz="1100" b="0" i="0" spc="0" baseline="0">
                <a:solidFill>
                  <a:srgbClr val="C03BC4"/>
                </a:solidFill>
                <a:latin typeface="+mj-lt"/>
                <a:cs typeface="Segoe UI Semibold" panose="020B0502040204020203" pitchFamily="34" charset="0"/>
              </a:defRPr>
            </a:lvl1pPr>
            <a:lvl2pPr marL="228600" indent="0" algn="r">
              <a:spcBef>
                <a:spcPts val="0"/>
              </a:spcBef>
              <a:buNone/>
              <a:defRPr sz="1100" spc="-20" baseline="0">
                <a:solidFill>
                  <a:srgbClr val="B1B3B3"/>
                </a:solidFill>
              </a:defRPr>
            </a:lvl2pPr>
            <a:lvl3pPr algn="r">
              <a:defRPr/>
            </a:lvl3pPr>
            <a:lvl4pPr algn="r">
              <a:defRPr/>
            </a:lvl4pPr>
            <a:lvl5pPr algn="r">
              <a:defRPr/>
            </a:lvl5pPr>
          </a:lstStyle>
          <a:p>
            <a:pPr lvl="0"/>
            <a:r>
              <a:rPr lang="en-US"/>
              <a:t>Click to edit</a:t>
            </a:r>
          </a:p>
        </p:txBody>
      </p:sp>
      <p:cxnSp>
        <p:nvCxnSpPr>
          <p:cNvPr id="86" name="Straight Connector 85">
            <a:extLst>
              <a:ext uri="{FF2B5EF4-FFF2-40B4-BE49-F238E27FC236}">
                <a16:creationId xmlns:a16="http://schemas.microsoft.com/office/drawing/2014/main" id="{4216CED8-8F45-B380-FB1B-B9408979340F}"/>
              </a:ext>
            </a:extLst>
          </p:cNvPr>
          <p:cNvCxnSpPr/>
          <p:nvPr userDrawn="1"/>
        </p:nvCxnSpPr>
        <p:spPr>
          <a:xfrm>
            <a:off x="10357789" y="358721"/>
            <a:ext cx="0" cy="331655"/>
          </a:xfrm>
          <a:prstGeom prst="line">
            <a:avLst/>
          </a:prstGeom>
          <a:ln>
            <a:solidFill>
              <a:srgbClr val="B1B3B3"/>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2">
            <a:extLst>
              <a:ext uri="{FF2B5EF4-FFF2-40B4-BE49-F238E27FC236}">
                <a16:creationId xmlns:a16="http://schemas.microsoft.com/office/drawing/2014/main" id="{26B05CF8-4E6B-B8CC-5AA9-B8ED44639968}"/>
              </a:ext>
            </a:extLst>
          </p:cNvPr>
          <p:cNvSpPr>
            <a:spLocks noGrp="1"/>
          </p:cNvSpPr>
          <p:nvPr>
            <p:ph type="title"/>
          </p:nvPr>
        </p:nvSpPr>
        <p:spPr>
          <a:xfrm>
            <a:off x="2492556" y="429376"/>
            <a:ext cx="4144817" cy="276999"/>
          </a:xfrm>
        </p:spPr>
        <p:txBody>
          <a:bodyPr anchor="ctr"/>
          <a:lstStyle>
            <a:lvl1pPr>
              <a:defRPr lang="en-US" sz="1800" b="0" kern="1200" cap="none" spc="-50" baseline="0" dirty="0">
                <a:ln w="3175">
                  <a:noFill/>
                </a:ln>
                <a:solidFill>
                  <a:schemeClr val="tx1"/>
                </a:solidFill>
                <a:effectLst/>
                <a:latin typeface="+mj-lt"/>
                <a:ea typeface="+mn-ea"/>
                <a:cs typeface="Segoe UI" panose="020B0502040204020203" pitchFamily="34" charset="0"/>
              </a:defRPr>
            </a:lvl1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Click to edit</a:t>
            </a:r>
          </a:p>
        </p:txBody>
      </p:sp>
      <p:sp>
        <p:nvSpPr>
          <p:cNvPr id="74" name="Rectangle: Top Corners Rounded 73">
            <a:extLst>
              <a:ext uri="{FF2B5EF4-FFF2-40B4-BE49-F238E27FC236}">
                <a16:creationId xmlns:a16="http://schemas.microsoft.com/office/drawing/2014/main" id="{9C693E26-EC61-AEAC-C1C4-733CBC83CC4A}"/>
              </a:ext>
            </a:extLst>
          </p:cNvPr>
          <p:cNvSpPr>
            <a:spLocks/>
          </p:cNvSpPr>
          <p:nvPr userDrawn="1"/>
        </p:nvSpPr>
        <p:spPr bwMode="auto">
          <a:xfrm rot="16200000" flipV="1">
            <a:off x="6107793" y="-1681313"/>
            <a:ext cx="2612241" cy="8679949"/>
          </a:xfrm>
          <a:custGeom>
            <a:avLst/>
            <a:gdLst>
              <a:gd name="connsiteX0" fmla="*/ 163683 w 2612241"/>
              <a:gd name="connsiteY0" fmla="*/ 0 h 8666696"/>
              <a:gd name="connsiteX1" fmla="*/ 2448558 w 2612241"/>
              <a:gd name="connsiteY1" fmla="*/ 0 h 8666696"/>
              <a:gd name="connsiteX2" fmla="*/ 2612241 w 2612241"/>
              <a:gd name="connsiteY2" fmla="*/ 163683 h 8666696"/>
              <a:gd name="connsiteX3" fmla="*/ 2612241 w 2612241"/>
              <a:gd name="connsiteY3" fmla="*/ 8666696 h 8666696"/>
              <a:gd name="connsiteX4" fmla="*/ 2612241 w 2612241"/>
              <a:gd name="connsiteY4" fmla="*/ 8666696 h 8666696"/>
              <a:gd name="connsiteX5" fmla="*/ 0 w 2612241"/>
              <a:gd name="connsiteY5" fmla="*/ 8666696 h 8666696"/>
              <a:gd name="connsiteX6" fmla="*/ 0 w 2612241"/>
              <a:gd name="connsiteY6" fmla="*/ 8666696 h 8666696"/>
              <a:gd name="connsiteX7" fmla="*/ 0 w 2612241"/>
              <a:gd name="connsiteY7" fmla="*/ 163683 h 8666696"/>
              <a:gd name="connsiteX8" fmla="*/ 163683 w 2612241"/>
              <a:gd name="connsiteY8" fmla="*/ 0 h 8666696"/>
              <a:gd name="connsiteX0" fmla="*/ 0 w 2612241"/>
              <a:gd name="connsiteY0" fmla="*/ 8666696 h 8758136"/>
              <a:gd name="connsiteX1" fmla="*/ 0 w 2612241"/>
              <a:gd name="connsiteY1" fmla="*/ 163683 h 8758136"/>
              <a:gd name="connsiteX2" fmla="*/ 163683 w 2612241"/>
              <a:gd name="connsiteY2" fmla="*/ 0 h 8758136"/>
              <a:gd name="connsiteX3" fmla="*/ 2448558 w 2612241"/>
              <a:gd name="connsiteY3" fmla="*/ 0 h 8758136"/>
              <a:gd name="connsiteX4" fmla="*/ 2612241 w 2612241"/>
              <a:gd name="connsiteY4" fmla="*/ 163683 h 8758136"/>
              <a:gd name="connsiteX5" fmla="*/ 2612241 w 2612241"/>
              <a:gd name="connsiteY5" fmla="*/ 8666696 h 8758136"/>
              <a:gd name="connsiteX6" fmla="*/ 2612241 w 2612241"/>
              <a:gd name="connsiteY6" fmla="*/ 8666696 h 8758136"/>
              <a:gd name="connsiteX7" fmla="*/ 0 w 2612241"/>
              <a:gd name="connsiteY7" fmla="*/ 8666696 h 8758136"/>
              <a:gd name="connsiteX8" fmla="*/ 91440 w 2612241"/>
              <a:gd name="connsiteY8" fmla="*/ 8758136 h 8758136"/>
              <a:gd name="connsiteX0" fmla="*/ 0 w 2612241"/>
              <a:gd name="connsiteY0" fmla="*/ 8666696 h 8666696"/>
              <a:gd name="connsiteX1" fmla="*/ 0 w 2612241"/>
              <a:gd name="connsiteY1" fmla="*/ 163683 h 8666696"/>
              <a:gd name="connsiteX2" fmla="*/ 163683 w 2612241"/>
              <a:gd name="connsiteY2" fmla="*/ 0 h 8666696"/>
              <a:gd name="connsiteX3" fmla="*/ 2448558 w 2612241"/>
              <a:gd name="connsiteY3" fmla="*/ 0 h 8666696"/>
              <a:gd name="connsiteX4" fmla="*/ 2612241 w 2612241"/>
              <a:gd name="connsiteY4" fmla="*/ 163683 h 8666696"/>
              <a:gd name="connsiteX5" fmla="*/ 2612241 w 2612241"/>
              <a:gd name="connsiteY5" fmla="*/ 8666696 h 8666696"/>
              <a:gd name="connsiteX6" fmla="*/ 2612241 w 2612241"/>
              <a:gd name="connsiteY6" fmla="*/ 8666696 h 8666696"/>
              <a:gd name="connsiteX7" fmla="*/ 0 w 2612241"/>
              <a:gd name="connsiteY7" fmla="*/ 8666696 h 8666696"/>
              <a:gd name="connsiteX0" fmla="*/ 0 w 2612241"/>
              <a:gd name="connsiteY0" fmla="*/ 8666696 h 8666696"/>
              <a:gd name="connsiteX1" fmla="*/ 0 w 2612241"/>
              <a:gd name="connsiteY1" fmla="*/ 163683 h 8666696"/>
              <a:gd name="connsiteX2" fmla="*/ 163683 w 2612241"/>
              <a:gd name="connsiteY2" fmla="*/ 0 h 8666696"/>
              <a:gd name="connsiteX3" fmla="*/ 2448558 w 2612241"/>
              <a:gd name="connsiteY3" fmla="*/ 0 h 8666696"/>
              <a:gd name="connsiteX4" fmla="*/ 2612241 w 2612241"/>
              <a:gd name="connsiteY4" fmla="*/ 163683 h 8666696"/>
              <a:gd name="connsiteX5" fmla="*/ 2612241 w 2612241"/>
              <a:gd name="connsiteY5" fmla="*/ 8666696 h 8666696"/>
              <a:gd name="connsiteX6" fmla="*/ 2612241 w 2612241"/>
              <a:gd name="connsiteY6" fmla="*/ 8666696 h 8666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12241" h="8666696">
                <a:moveTo>
                  <a:pt x="0" y="8666696"/>
                </a:moveTo>
                <a:lnTo>
                  <a:pt x="0" y="163683"/>
                </a:lnTo>
                <a:cubicBezTo>
                  <a:pt x="0" y="73283"/>
                  <a:pt x="73283" y="0"/>
                  <a:pt x="163683" y="0"/>
                </a:cubicBezTo>
                <a:lnTo>
                  <a:pt x="2448558" y="0"/>
                </a:lnTo>
                <a:cubicBezTo>
                  <a:pt x="2538958" y="0"/>
                  <a:pt x="2612241" y="73283"/>
                  <a:pt x="2612241" y="163683"/>
                </a:cubicBezTo>
                <a:lnTo>
                  <a:pt x="2612241" y="8666696"/>
                </a:lnTo>
                <a:lnTo>
                  <a:pt x="2612241" y="8666696"/>
                </a:lnTo>
              </a:path>
            </a:pathLst>
          </a:custGeom>
          <a:ln w="15875" cap="flat">
            <a:gradFill flip="none" rotWithShape="1">
              <a:gsLst>
                <a:gs pos="0">
                  <a:srgbClr val="0078D4"/>
                </a:gs>
                <a:gs pos="100000">
                  <a:schemeClr val="accent3"/>
                </a:gs>
              </a:gsLst>
              <a:lin ang="1620000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IN" sz="2000" b="0" i="0" u="none" strike="noStrike" kern="0" cap="none" spc="0" normalizeH="0" baseline="0" noProof="0" dirty="0">
              <a:ln>
                <a:noFill/>
              </a:ln>
              <a:solidFill>
                <a:srgbClr val="FFFFFF"/>
              </a:solidFill>
              <a:effectLst/>
              <a:uLnTx/>
              <a:uFillTx/>
              <a:latin typeface="Segoe UI"/>
              <a:ea typeface="+mn-ea"/>
              <a:cs typeface="Segoe UI" pitchFamily="34" charset="0"/>
            </a:endParaRPr>
          </a:p>
        </p:txBody>
      </p:sp>
      <p:grpSp>
        <p:nvGrpSpPr>
          <p:cNvPr id="45" name="Group 44">
            <a:extLst>
              <a:ext uri="{FF2B5EF4-FFF2-40B4-BE49-F238E27FC236}">
                <a16:creationId xmlns:a16="http://schemas.microsoft.com/office/drawing/2014/main" id="{68467A5F-7BA2-6E3A-1EFE-31FAA4F5B267}"/>
              </a:ext>
              <a:ext uri="{C183D7F6-B498-43B3-948B-1728B52AA6E4}">
                <adec:decorative xmlns:adec="http://schemas.microsoft.com/office/drawing/2017/decorative" val="1"/>
              </a:ext>
            </a:extLst>
          </p:cNvPr>
          <p:cNvGrpSpPr/>
          <p:nvPr userDrawn="1"/>
        </p:nvGrpSpPr>
        <p:grpSpPr>
          <a:xfrm>
            <a:off x="5805591" y="1247214"/>
            <a:ext cx="210652" cy="210652"/>
            <a:chOff x="5214995" y="-1168400"/>
            <a:chExt cx="431800" cy="431800"/>
          </a:xfrm>
        </p:grpSpPr>
        <p:sp>
          <p:nvSpPr>
            <p:cNvPr id="46" name="Oval 45">
              <a:extLst>
                <a:ext uri="{FF2B5EF4-FFF2-40B4-BE49-F238E27FC236}">
                  <a16:creationId xmlns:a16="http://schemas.microsoft.com/office/drawing/2014/main" id="{1514AE07-2437-886C-64BF-90FCDB18900D}"/>
                </a:ext>
              </a:extLst>
            </p:cNvPr>
            <p:cNvSpPr/>
            <p:nvPr/>
          </p:nvSpPr>
          <p:spPr bwMode="auto">
            <a:xfrm>
              <a:off x="5214995" y="-1168400"/>
              <a:ext cx="431800" cy="431800"/>
            </a:xfrm>
            <a:prstGeom prst="ellipse">
              <a:avLst/>
            </a:prstGeom>
            <a:gradFill flip="none" rotWithShape="1">
              <a:gsLst>
                <a:gs pos="60000">
                  <a:srgbClr val="0078D4"/>
                </a:gs>
                <a:gs pos="4000">
                  <a:srgbClr val="C03BC4"/>
                </a:gs>
              </a:gsLst>
              <a:path path="circle">
                <a:fillToRect l="100000" t="100000"/>
              </a:path>
              <a:tileRect r="-100000" b="-100000"/>
            </a:gradFill>
            <a:ln w="15875">
              <a:solidFill>
                <a:schemeClr val="bg1"/>
              </a:solidFill>
            </a:ln>
            <a:effectLst>
              <a:outerShdw blurRad="254000" algn="ctr" rotWithShape="0">
                <a:schemeClr val="bg1">
                  <a:lumMod val="75000"/>
                  <a:alpha val="30000"/>
                </a:schemeClr>
              </a:outerShdw>
            </a:effectLst>
          </p:spPr>
          <p:txBody>
            <a:bodyPr vert="horz" wrap="square" lIns="320040" tIns="0" rIns="0" bIns="0" rtlCol="0" anchor="ctr" anchorCtr="0">
              <a:noAutofit/>
            </a:bodyPr>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2000" b="1" i="0" u="none" strike="noStrike" kern="1200" cap="none" spc="0" normalizeH="0" baseline="0" noProof="0" dirty="0">
                <a:ln>
                  <a:noFill/>
                </a:ln>
                <a:solidFill>
                  <a:srgbClr val="FFFFFF"/>
                </a:solidFill>
                <a:effectLst/>
                <a:uLnTx/>
                <a:uFillTx/>
                <a:latin typeface="Segoe UI Semibold"/>
                <a:ea typeface="+mn-ea"/>
                <a:cs typeface="Segoe UI Semibold" panose="020B0502040204020203" pitchFamily="34" charset="0"/>
              </a:endParaRPr>
            </a:p>
          </p:txBody>
        </p:sp>
        <p:sp>
          <p:nvSpPr>
            <p:cNvPr id="47" name="Rectangle 89">
              <a:extLst>
                <a:ext uri="{FF2B5EF4-FFF2-40B4-BE49-F238E27FC236}">
                  <a16:creationId xmlns:a16="http://schemas.microsoft.com/office/drawing/2014/main" id="{F1304105-F302-1DA2-7A52-41BBBCC44EED}"/>
                </a:ext>
              </a:extLst>
            </p:cNvPr>
            <p:cNvSpPr/>
            <p:nvPr/>
          </p:nvSpPr>
          <p:spPr bwMode="auto">
            <a:xfrm rot="2700000">
              <a:off x="5334303" y="-1026795"/>
              <a:ext cx="148589" cy="148589"/>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25400" cap="rnd">
              <a:solidFill>
                <a:schemeClr val="bg1"/>
              </a:soli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Segoe UI"/>
                <a:ea typeface="+mn-ea"/>
                <a:cs typeface="Segoe UI" pitchFamily="34" charset="0"/>
              </a:endParaRPr>
            </a:p>
          </p:txBody>
        </p:sp>
      </p:grpSp>
      <p:grpSp>
        <p:nvGrpSpPr>
          <p:cNvPr id="57" name="Group 56">
            <a:extLst>
              <a:ext uri="{FF2B5EF4-FFF2-40B4-BE49-F238E27FC236}">
                <a16:creationId xmlns:a16="http://schemas.microsoft.com/office/drawing/2014/main" id="{5C32FE7B-F07D-C499-EA83-97D8A5B9D99A}"/>
              </a:ext>
              <a:ext uri="{C183D7F6-B498-43B3-948B-1728B52AA6E4}">
                <adec:decorative xmlns:adec="http://schemas.microsoft.com/office/drawing/2017/decorative" val="1"/>
              </a:ext>
            </a:extLst>
          </p:cNvPr>
          <p:cNvGrpSpPr/>
          <p:nvPr userDrawn="1"/>
        </p:nvGrpSpPr>
        <p:grpSpPr>
          <a:xfrm>
            <a:off x="8689384" y="1247214"/>
            <a:ext cx="210652" cy="210652"/>
            <a:chOff x="5214995" y="-1168400"/>
            <a:chExt cx="431800" cy="431800"/>
          </a:xfrm>
        </p:grpSpPr>
        <p:sp>
          <p:nvSpPr>
            <p:cNvPr id="58" name="Oval 57">
              <a:extLst>
                <a:ext uri="{FF2B5EF4-FFF2-40B4-BE49-F238E27FC236}">
                  <a16:creationId xmlns:a16="http://schemas.microsoft.com/office/drawing/2014/main" id="{4D7ABAD2-6246-A1F3-5E86-044B3D8C3074}"/>
                </a:ext>
              </a:extLst>
            </p:cNvPr>
            <p:cNvSpPr/>
            <p:nvPr/>
          </p:nvSpPr>
          <p:spPr bwMode="auto">
            <a:xfrm>
              <a:off x="5214995" y="-1168400"/>
              <a:ext cx="431800" cy="431800"/>
            </a:xfrm>
            <a:prstGeom prst="ellipse">
              <a:avLst/>
            </a:prstGeom>
            <a:gradFill flip="none" rotWithShape="1">
              <a:gsLst>
                <a:gs pos="60000">
                  <a:srgbClr val="0078D4"/>
                </a:gs>
                <a:gs pos="4000">
                  <a:srgbClr val="C03BC4"/>
                </a:gs>
              </a:gsLst>
              <a:path path="circle">
                <a:fillToRect l="100000" t="100000"/>
              </a:path>
              <a:tileRect r="-100000" b="-100000"/>
            </a:gradFill>
            <a:ln w="15875">
              <a:solidFill>
                <a:schemeClr val="bg1"/>
              </a:solidFill>
            </a:ln>
            <a:effectLst>
              <a:outerShdw blurRad="254000" algn="ctr" rotWithShape="0">
                <a:schemeClr val="bg1">
                  <a:lumMod val="75000"/>
                  <a:alpha val="30000"/>
                </a:schemeClr>
              </a:outerShdw>
            </a:effectLst>
          </p:spPr>
          <p:txBody>
            <a:bodyPr vert="horz" wrap="square" lIns="320040" tIns="0" rIns="0" bIns="0" rtlCol="0" anchor="ctr" anchorCtr="0">
              <a:noAutofit/>
            </a:bodyPr>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2000" b="1" i="0" u="none" strike="noStrike" kern="1200" cap="none" spc="0" normalizeH="0" baseline="0" noProof="0" dirty="0">
                <a:ln>
                  <a:noFill/>
                </a:ln>
                <a:solidFill>
                  <a:srgbClr val="FFFFFF"/>
                </a:solidFill>
                <a:effectLst/>
                <a:uLnTx/>
                <a:uFillTx/>
                <a:latin typeface="Segoe UI Semibold"/>
                <a:ea typeface="+mn-ea"/>
                <a:cs typeface="Segoe UI Semibold" panose="020B0502040204020203" pitchFamily="34" charset="0"/>
              </a:endParaRPr>
            </a:p>
          </p:txBody>
        </p:sp>
        <p:sp>
          <p:nvSpPr>
            <p:cNvPr id="59" name="Rectangle 89">
              <a:extLst>
                <a:ext uri="{FF2B5EF4-FFF2-40B4-BE49-F238E27FC236}">
                  <a16:creationId xmlns:a16="http://schemas.microsoft.com/office/drawing/2014/main" id="{0E6F2315-5317-6C1E-5DF8-4BE9FE7C7CA6}"/>
                </a:ext>
              </a:extLst>
            </p:cNvPr>
            <p:cNvSpPr/>
            <p:nvPr/>
          </p:nvSpPr>
          <p:spPr bwMode="auto">
            <a:xfrm rot="2700000">
              <a:off x="5334303" y="-1026795"/>
              <a:ext cx="148589" cy="148589"/>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25400" cap="rnd">
              <a:solidFill>
                <a:schemeClr val="bg1"/>
              </a:soli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Segoe UI"/>
                <a:ea typeface="+mn-ea"/>
                <a:cs typeface="Segoe UI" pitchFamily="34" charset="0"/>
              </a:endParaRPr>
            </a:p>
          </p:txBody>
        </p:sp>
      </p:grpSp>
      <p:grpSp>
        <p:nvGrpSpPr>
          <p:cNvPr id="60" name="Group 59">
            <a:extLst>
              <a:ext uri="{FF2B5EF4-FFF2-40B4-BE49-F238E27FC236}">
                <a16:creationId xmlns:a16="http://schemas.microsoft.com/office/drawing/2014/main" id="{39B13FA4-84C5-6F46-C1BB-22875F9B20B8}"/>
              </a:ext>
              <a:ext uri="{C183D7F6-B498-43B3-948B-1728B52AA6E4}">
                <adec:decorative xmlns:adec="http://schemas.microsoft.com/office/drawing/2017/decorative" val="1"/>
              </a:ext>
            </a:extLst>
          </p:cNvPr>
          <p:cNvGrpSpPr/>
          <p:nvPr userDrawn="1"/>
        </p:nvGrpSpPr>
        <p:grpSpPr>
          <a:xfrm rot="5400000">
            <a:off x="11648565" y="2541168"/>
            <a:ext cx="210652" cy="210652"/>
            <a:chOff x="5214995" y="-1168400"/>
            <a:chExt cx="431800" cy="431800"/>
          </a:xfrm>
        </p:grpSpPr>
        <p:sp>
          <p:nvSpPr>
            <p:cNvPr id="61" name="Oval 60">
              <a:extLst>
                <a:ext uri="{FF2B5EF4-FFF2-40B4-BE49-F238E27FC236}">
                  <a16:creationId xmlns:a16="http://schemas.microsoft.com/office/drawing/2014/main" id="{47D4A430-8084-5075-B04A-2E8CDD118B76}"/>
                </a:ext>
              </a:extLst>
            </p:cNvPr>
            <p:cNvSpPr/>
            <p:nvPr/>
          </p:nvSpPr>
          <p:spPr bwMode="auto">
            <a:xfrm>
              <a:off x="5214995" y="-1168400"/>
              <a:ext cx="431800" cy="431800"/>
            </a:xfrm>
            <a:prstGeom prst="ellipse">
              <a:avLst/>
            </a:prstGeom>
            <a:gradFill flip="none" rotWithShape="1">
              <a:gsLst>
                <a:gs pos="60000">
                  <a:srgbClr val="0078D4"/>
                </a:gs>
                <a:gs pos="4000">
                  <a:srgbClr val="C03BC4"/>
                </a:gs>
              </a:gsLst>
              <a:path path="circle">
                <a:fillToRect l="100000" t="100000"/>
              </a:path>
              <a:tileRect r="-100000" b="-100000"/>
            </a:gradFill>
            <a:ln w="15875">
              <a:solidFill>
                <a:schemeClr val="bg1"/>
              </a:solidFill>
            </a:ln>
            <a:effectLst>
              <a:outerShdw blurRad="254000" algn="ctr" rotWithShape="0">
                <a:schemeClr val="bg1">
                  <a:lumMod val="75000"/>
                  <a:alpha val="30000"/>
                </a:schemeClr>
              </a:outerShdw>
            </a:effectLst>
          </p:spPr>
          <p:txBody>
            <a:bodyPr vert="horz" wrap="square" lIns="320040" tIns="0" rIns="0" bIns="0" rtlCol="0" anchor="ctr" anchorCtr="0">
              <a:noAutofit/>
            </a:bodyPr>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2000" b="1" i="0" u="none" strike="noStrike" kern="1200" cap="none" spc="0" normalizeH="0" baseline="0" noProof="0" dirty="0">
                <a:ln>
                  <a:noFill/>
                </a:ln>
                <a:solidFill>
                  <a:srgbClr val="FFFFFF"/>
                </a:solidFill>
                <a:effectLst/>
                <a:uLnTx/>
                <a:uFillTx/>
                <a:latin typeface="Segoe UI Semibold"/>
                <a:ea typeface="+mn-ea"/>
                <a:cs typeface="Segoe UI Semibold" panose="020B0502040204020203" pitchFamily="34" charset="0"/>
              </a:endParaRPr>
            </a:p>
          </p:txBody>
        </p:sp>
        <p:sp>
          <p:nvSpPr>
            <p:cNvPr id="62" name="Rectangle 89">
              <a:extLst>
                <a:ext uri="{FF2B5EF4-FFF2-40B4-BE49-F238E27FC236}">
                  <a16:creationId xmlns:a16="http://schemas.microsoft.com/office/drawing/2014/main" id="{ABE5358E-92F9-96A5-6FDB-150E91A8AF78}"/>
                </a:ext>
              </a:extLst>
            </p:cNvPr>
            <p:cNvSpPr/>
            <p:nvPr/>
          </p:nvSpPr>
          <p:spPr bwMode="auto">
            <a:xfrm rot="2700000">
              <a:off x="5334303" y="-1026795"/>
              <a:ext cx="148589" cy="148589"/>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25400" cap="rnd">
              <a:solidFill>
                <a:schemeClr val="bg1"/>
              </a:soli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Segoe UI"/>
                <a:ea typeface="+mn-ea"/>
                <a:cs typeface="Segoe UI" pitchFamily="34" charset="0"/>
              </a:endParaRPr>
            </a:p>
          </p:txBody>
        </p:sp>
      </p:grpSp>
      <p:grpSp>
        <p:nvGrpSpPr>
          <p:cNvPr id="63" name="Group 62">
            <a:extLst>
              <a:ext uri="{FF2B5EF4-FFF2-40B4-BE49-F238E27FC236}">
                <a16:creationId xmlns:a16="http://schemas.microsoft.com/office/drawing/2014/main" id="{EFFD46EF-67A1-2B45-C906-05C4ACC2DA34}"/>
              </a:ext>
              <a:ext uri="{C183D7F6-B498-43B3-948B-1728B52AA6E4}">
                <adec:decorative xmlns:adec="http://schemas.microsoft.com/office/drawing/2017/decorative" val="1"/>
              </a:ext>
            </a:extLst>
          </p:cNvPr>
          <p:cNvGrpSpPr/>
          <p:nvPr userDrawn="1"/>
        </p:nvGrpSpPr>
        <p:grpSpPr>
          <a:xfrm flipH="1">
            <a:off x="5805591" y="3859456"/>
            <a:ext cx="210652" cy="210652"/>
            <a:chOff x="5214995" y="-1168400"/>
            <a:chExt cx="431800" cy="431800"/>
          </a:xfrm>
        </p:grpSpPr>
        <p:sp>
          <p:nvSpPr>
            <p:cNvPr id="64" name="Oval 63">
              <a:extLst>
                <a:ext uri="{FF2B5EF4-FFF2-40B4-BE49-F238E27FC236}">
                  <a16:creationId xmlns:a16="http://schemas.microsoft.com/office/drawing/2014/main" id="{14ED043E-EA90-195B-771E-CE53479D2BC8}"/>
                </a:ext>
              </a:extLst>
            </p:cNvPr>
            <p:cNvSpPr/>
            <p:nvPr/>
          </p:nvSpPr>
          <p:spPr bwMode="auto">
            <a:xfrm>
              <a:off x="5214995" y="-1168400"/>
              <a:ext cx="431800" cy="431800"/>
            </a:xfrm>
            <a:prstGeom prst="ellipse">
              <a:avLst/>
            </a:prstGeom>
            <a:gradFill flip="none" rotWithShape="1">
              <a:gsLst>
                <a:gs pos="60000">
                  <a:srgbClr val="0078D4"/>
                </a:gs>
                <a:gs pos="4000">
                  <a:srgbClr val="C03BC4"/>
                </a:gs>
              </a:gsLst>
              <a:path path="circle">
                <a:fillToRect l="100000" t="100000"/>
              </a:path>
              <a:tileRect r="-100000" b="-100000"/>
            </a:gradFill>
            <a:ln w="15875">
              <a:solidFill>
                <a:schemeClr val="bg1"/>
              </a:solidFill>
            </a:ln>
            <a:effectLst>
              <a:outerShdw blurRad="254000" algn="ctr" rotWithShape="0">
                <a:schemeClr val="bg1">
                  <a:lumMod val="75000"/>
                  <a:alpha val="30000"/>
                </a:schemeClr>
              </a:outerShdw>
            </a:effectLst>
          </p:spPr>
          <p:txBody>
            <a:bodyPr vert="horz" wrap="square" lIns="320040" tIns="0" rIns="0" bIns="0" rtlCol="0" anchor="ctr" anchorCtr="0">
              <a:noAutofit/>
            </a:bodyPr>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2000" b="1" i="0" u="none" strike="noStrike" kern="1200" cap="none" spc="0" normalizeH="0" baseline="0" noProof="0" dirty="0">
                <a:ln>
                  <a:noFill/>
                </a:ln>
                <a:solidFill>
                  <a:srgbClr val="FFFFFF"/>
                </a:solidFill>
                <a:effectLst/>
                <a:uLnTx/>
                <a:uFillTx/>
                <a:latin typeface="Segoe UI Semibold"/>
                <a:ea typeface="+mn-ea"/>
                <a:cs typeface="Segoe UI Semibold" panose="020B0502040204020203" pitchFamily="34" charset="0"/>
              </a:endParaRPr>
            </a:p>
          </p:txBody>
        </p:sp>
        <p:sp>
          <p:nvSpPr>
            <p:cNvPr id="65" name="Rectangle 89">
              <a:extLst>
                <a:ext uri="{FF2B5EF4-FFF2-40B4-BE49-F238E27FC236}">
                  <a16:creationId xmlns:a16="http://schemas.microsoft.com/office/drawing/2014/main" id="{3853106D-E38A-371E-B378-89F7601572D3}"/>
                </a:ext>
              </a:extLst>
            </p:cNvPr>
            <p:cNvSpPr/>
            <p:nvPr/>
          </p:nvSpPr>
          <p:spPr bwMode="auto">
            <a:xfrm rot="2700000">
              <a:off x="5334303" y="-1026795"/>
              <a:ext cx="148589" cy="148589"/>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25400" cap="rnd">
              <a:solidFill>
                <a:schemeClr val="bg1"/>
              </a:soli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Segoe UI"/>
                <a:ea typeface="+mn-ea"/>
                <a:cs typeface="Segoe UI" pitchFamily="34" charset="0"/>
              </a:endParaRPr>
            </a:p>
          </p:txBody>
        </p:sp>
      </p:grpSp>
      <p:grpSp>
        <p:nvGrpSpPr>
          <p:cNvPr id="67" name="Group 66">
            <a:extLst>
              <a:ext uri="{FF2B5EF4-FFF2-40B4-BE49-F238E27FC236}">
                <a16:creationId xmlns:a16="http://schemas.microsoft.com/office/drawing/2014/main" id="{AB2872BD-57A1-5A98-BBEC-120407B2348E}"/>
              </a:ext>
              <a:ext uri="{C183D7F6-B498-43B3-948B-1728B52AA6E4}">
                <adec:decorative xmlns:adec="http://schemas.microsoft.com/office/drawing/2017/decorative" val="1"/>
              </a:ext>
            </a:extLst>
          </p:cNvPr>
          <p:cNvGrpSpPr/>
          <p:nvPr userDrawn="1"/>
        </p:nvGrpSpPr>
        <p:grpSpPr>
          <a:xfrm flipH="1">
            <a:off x="8689384" y="3859456"/>
            <a:ext cx="210652" cy="210652"/>
            <a:chOff x="5214995" y="-1168400"/>
            <a:chExt cx="431800" cy="431800"/>
          </a:xfrm>
        </p:grpSpPr>
        <p:sp>
          <p:nvSpPr>
            <p:cNvPr id="68" name="Oval 67">
              <a:extLst>
                <a:ext uri="{FF2B5EF4-FFF2-40B4-BE49-F238E27FC236}">
                  <a16:creationId xmlns:a16="http://schemas.microsoft.com/office/drawing/2014/main" id="{DC271353-C79B-E3BF-32F5-48C1A526FF02}"/>
                </a:ext>
              </a:extLst>
            </p:cNvPr>
            <p:cNvSpPr/>
            <p:nvPr/>
          </p:nvSpPr>
          <p:spPr bwMode="auto">
            <a:xfrm>
              <a:off x="5214995" y="-1168400"/>
              <a:ext cx="431800" cy="431800"/>
            </a:xfrm>
            <a:prstGeom prst="ellipse">
              <a:avLst/>
            </a:prstGeom>
            <a:gradFill flip="none" rotWithShape="1">
              <a:gsLst>
                <a:gs pos="60000">
                  <a:srgbClr val="0078D4"/>
                </a:gs>
                <a:gs pos="4000">
                  <a:srgbClr val="C03BC4"/>
                </a:gs>
              </a:gsLst>
              <a:path path="circle">
                <a:fillToRect l="100000" t="100000"/>
              </a:path>
              <a:tileRect r="-100000" b="-100000"/>
            </a:gradFill>
            <a:ln w="15875">
              <a:solidFill>
                <a:schemeClr val="bg1"/>
              </a:solidFill>
            </a:ln>
            <a:effectLst>
              <a:outerShdw blurRad="254000" algn="ctr" rotWithShape="0">
                <a:schemeClr val="bg1">
                  <a:lumMod val="75000"/>
                  <a:alpha val="30000"/>
                </a:schemeClr>
              </a:outerShdw>
            </a:effectLst>
          </p:spPr>
          <p:txBody>
            <a:bodyPr vert="horz" wrap="square" lIns="320040" tIns="0" rIns="0" bIns="0" rtlCol="0" anchor="ctr" anchorCtr="0">
              <a:noAutofit/>
            </a:bodyPr>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2000" b="1" i="0" u="none" strike="noStrike" kern="1200" cap="none" spc="0" normalizeH="0" baseline="0" noProof="0" dirty="0">
                <a:ln>
                  <a:noFill/>
                </a:ln>
                <a:solidFill>
                  <a:srgbClr val="FFFFFF"/>
                </a:solidFill>
                <a:effectLst/>
                <a:uLnTx/>
                <a:uFillTx/>
                <a:latin typeface="Segoe UI Semibold"/>
                <a:ea typeface="+mn-ea"/>
                <a:cs typeface="Segoe UI Semibold" panose="020B0502040204020203" pitchFamily="34" charset="0"/>
              </a:endParaRPr>
            </a:p>
          </p:txBody>
        </p:sp>
        <p:sp>
          <p:nvSpPr>
            <p:cNvPr id="69" name="Rectangle 89">
              <a:extLst>
                <a:ext uri="{FF2B5EF4-FFF2-40B4-BE49-F238E27FC236}">
                  <a16:creationId xmlns:a16="http://schemas.microsoft.com/office/drawing/2014/main" id="{B93F1E4A-9BA7-C4D0-83D8-2451A1DEAD80}"/>
                </a:ext>
              </a:extLst>
            </p:cNvPr>
            <p:cNvSpPr/>
            <p:nvPr/>
          </p:nvSpPr>
          <p:spPr bwMode="auto">
            <a:xfrm rot="2700000">
              <a:off x="5334303" y="-1026795"/>
              <a:ext cx="148589" cy="148589"/>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25400" cap="rnd">
              <a:solidFill>
                <a:schemeClr val="bg1"/>
              </a:soli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Segoe UI"/>
                <a:ea typeface="+mn-ea"/>
                <a:cs typeface="Segoe UI" pitchFamily="34" charset="0"/>
              </a:endParaRPr>
            </a:p>
          </p:txBody>
        </p:sp>
      </p:grpSp>
      <p:sp>
        <p:nvSpPr>
          <p:cNvPr id="11" name="Text Placeholder 11">
            <a:extLst>
              <a:ext uri="{FF2B5EF4-FFF2-40B4-BE49-F238E27FC236}">
                <a16:creationId xmlns:a16="http://schemas.microsoft.com/office/drawing/2014/main" id="{9977582E-F97B-70B5-CB03-F46869F849CD}"/>
              </a:ext>
            </a:extLst>
          </p:cNvPr>
          <p:cNvSpPr>
            <a:spLocks noGrp="1"/>
          </p:cNvSpPr>
          <p:nvPr>
            <p:ph type="body" sz="quarter" idx="69"/>
          </p:nvPr>
        </p:nvSpPr>
        <p:spPr>
          <a:xfrm>
            <a:off x="3182890" y="2725494"/>
            <a:ext cx="2572262" cy="712876"/>
          </a:xfrm>
          <a:prstGeom prst="roundRect">
            <a:avLst>
              <a:gd name="adj" fmla="val 9576"/>
            </a:avLst>
          </a:prstGeom>
          <a:solidFill>
            <a:schemeClr val="bg1">
              <a:lumMod val="95000"/>
              <a:alpha val="50000"/>
            </a:schemeClr>
          </a:solidFill>
        </p:spPr>
        <p:txBody>
          <a:bodyPr lIns="0" tIns="0" rIns="0" bIns="0" anchor="t">
            <a:noAutofit/>
          </a:bodyPr>
          <a:lstStyle>
            <a:lvl1pPr marL="0" indent="0">
              <a:spcBef>
                <a:spcPts val="0"/>
              </a:spcBef>
              <a:spcAft>
                <a:spcPts val="100"/>
              </a:spcAft>
              <a:buNone/>
              <a:defRPr sz="900"/>
            </a:lvl1pPr>
            <a:lvl2pPr marL="0" indent="0">
              <a:spcBef>
                <a:spcPts val="0"/>
              </a:spcBef>
              <a:spcAft>
                <a:spcPts val="200"/>
              </a:spcAft>
              <a:buNone/>
              <a:defRPr sz="900"/>
            </a:lvl2pPr>
            <a:lvl3pPr marL="0" indent="0">
              <a:spcBef>
                <a:spcPts val="0"/>
              </a:spcBef>
              <a:spcAft>
                <a:spcPts val="100"/>
              </a:spcAft>
              <a:buNone/>
              <a:defRPr sz="900">
                <a:latin typeface="+mj-lt"/>
              </a:defRPr>
            </a:lvl3pPr>
            <a:lvl4pPr marL="0" indent="0">
              <a:buNone/>
              <a:defRPr sz="900">
                <a:latin typeface="+mj-lt"/>
              </a:defRPr>
            </a:lvl4pPr>
            <a:lvl5pPr>
              <a:defRPr/>
            </a:lvl5pPr>
          </a:lstStyle>
          <a:p>
            <a:pPr lvl="0"/>
            <a:r>
              <a:rPr lang="en-US"/>
              <a:t>Click to edit Master text styles</a:t>
            </a:r>
          </a:p>
          <a:p>
            <a:pPr lvl="3"/>
            <a:r>
              <a:rPr lang="en-US"/>
              <a:t>Level 2</a:t>
            </a:r>
          </a:p>
        </p:txBody>
      </p:sp>
      <p:sp>
        <p:nvSpPr>
          <p:cNvPr id="81" name="Step 1 Title">
            <a:extLst>
              <a:ext uri="{FF2B5EF4-FFF2-40B4-BE49-F238E27FC236}">
                <a16:creationId xmlns:a16="http://schemas.microsoft.com/office/drawing/2014/main" id="{7E33DF77-DD28-CC24-9FC2-0AD434BCF4C0}"/>
              </a:ext>
            </a:extLst>
          </p:cNvPr>
          <p:cNvSpPr>
            <a:spLocks noGrp="1"/>
          </p:cNvSpPr>
          <p:nvPr>
            <p:ph type="body" sz="quarter" idx="11"/>
          </p:nvPr>
        </p:nvSpPr>
        <p:spPr>
          <a:xfrm>
            <a:off x="3182890" y="1112478"/>
            <a:ext cx="2572262" cy="153888"/>
          </a:xfrm>
          <a:prstGeom prst="rect">
            <a:avLst/>
          </a:prstGeom>
          <a:noFill/>
          <a:effectLst/>
        </p:spPr>
        <p:txBody>
          <a:bodyPr lIns="0" tIns="0" rIns="0" bIns="0" anchor="ctr" anchorCtr="0">
            <a:spAutoFit/>
          </a:bodyPr>
          <a:lstStyle>
            <a:lvl1pPr marL="114300" indent="-114300" algn="l">
              <a:buSzPct val="100000"/>
              <a:buFont typeface="+mj-lt"/>
              <a:buAutoNum type="arabicPeriod"/>
              <a:defRPr sz="1000" b="0" i="0">
                <a:solidFill>
                  <a:schemeClr val="tx1"/>
                </a:solidFill>
                <a:latin typeface="+mj-lt"/>
                <a:cs typeface="Segoe UI Semibold" panose="020B0502040204020203" pitchFamily="34" charset="0"/>
              </a:defRPr>
            </a:lvl1pPr>
          </a:lstStyle>
          <a:p>
            <a:pPr lvl="0"/>
            <a:r>
              <a:rPr lang="en-US"/>
              <a:t>Click to edit Master text styles</a:t>
            </a:r>
          </a:p>
        </p:txBody>
      </p:sp>
      <p:sp>
        <p:nvSpPr>
          <p:cNvPr id="82" name="Step 1 Top">
            <a:extLst>
              <a:ext uri="{FF2B5EF4-FFF2-40B4-BE49-F238E27FC236}">
                <a16:creationId xmlns:a16="http://schemas.microsoft.com/office/drawing/2014/main" id="{4B00355E-1235-20E9-A051-604C9CFEC8E8}"/>
              </a:ext>
            </a:extLst>
          </p:cNvPr>
          <p:cNvSpPr>
            <a:spLocks noGrp="1"/>
          </p:cNvSpPr>
          <p:nvPr>
            <p:ph type="body" sz="quarter" idx="18"/>
          </p:nvPr>
        </p:nvSpPr>
        <p:spPr>
          <a:xfrm>
            <a:off x="3182890" y="1438715"/>
            <a:ext cx="2572262" cy="626701"/>
          </a:xfrm>
        </p:spPr>
        <p:txBody>
          <a:bodyPr lIns="0" tIns="0" rIns="0" bIns="0">
            <a:noAutofit/>
          </a:bodyPr>
          <a:lstStyle>
            <a:lvl1pPr marL="0" indent="0">
              <a:spcBef>
                <a:spcPts val="0"/>
              </a:spcBef>
              <a:buNone/>
              <a:defRPr sz="900"/>
            </a:lvl1pPr>
          </a:lstStyle>
          <a:p>
            <a:pPr lvl="0"/>
            <a:r>
              <a:rPr lang="en-US"/>
              <a:t>Click to edit Master text styles</a:t>
            </a:r>
          </a:p>
        </p:txBody>
      </p:sp>
      <p:sp>
        <p:nvSpPr>
          <p:cNvPr id="90" name="Step 1 Title">
            <a:extLst>
              <a:ext uri="{FF2B5EF4-FFF2-40B4-BE49-F238E27FC236}">
                <a16:creationId xmlns:a16="http://schemas.microsoft.com/office/drawing/2014/main" id="{2F0B0E91-BF30-3362-2F5C-B3C5D2B134A1}"/>
              </a:ext>
            </a:extLst>
          </p:cNvPr>
          <p:cNvSpPr>
            <a:spLocks noGrp="1"/>
          </p:cNvSpPr>
          <p:nvPr>
            <p:ph type="body" sz="quarter" idx="42"/>
          </p:nvPr>
        </p:nvSpPr>
        <p:spPr>
          <a:xfrm>
            <a:off x="6066682" y="1112478"/>
            <a:ext cx="2572262" cy="153888"/>
          </a:xfrm>
          <a:prstGeom prst="rect">
            <a:avLst/>
          </a:prstGeom>
          <a:noFill/>
          <a:effectLst/>
        </p:spPr>
        <p:txBody>
          <a:bodyPr lIns="0" tIns="0" rIns="0" bIns="0" anchor="ctr" anchorCtr="0">
            <a:spAutoFit/>
          </a:bodyPr>
          <a:lstStyle>
            <a:lvl1pPr marL="114300" indent="-114300" algn="l">
              <a:buSzPct val="100000"/>
              <a:buFont typeface="+mj-lt"/>
              <a:buAutoNum type="arabicPeriod" startAt="2"/>
              <a:defRPr sz="1000" b="0" i="0">
                <a:solidFill>
                  <a:schemeClr val="tx1"/>
                </a:solidFill>
                <a:latin typeface="+mj-lt"/>
                <a:cs typeface="Segoe UI Semibold" panose="020B0502040204020203" pitchFamily="34" charset="0"/>
              </a:defRPr>
            </a:lvl1pPr>
          </a:lstStyle>
          <a:p>
            <a:pPr lvl="0"/>
            <a:r>
              <a:rPr lang="en-US"/>
              <a:t>Click to edit Master text styles</a:t>
            </a:r>
          </a:p>
        </p:txBody>
      </p:sp>
      <p:sp>
        <p:nvSpPr>
          <p:cNvPr id="91" name="Step 1 Top">
            <a:extLst>
              <a:ext uri="{FF2B5EF4-FFF2-40B4-BE49-F238E27FC236}">
                <a16:creationId xmlns:a16="http://schemas.microsoft.com/office/drawing/2014/main" id="{4F227FB4-9BBF-2C43-E0ED-95EC51590A0D}"/>
              </a:ext>
            </a:extLst>
          </p:cNvPr>
          <p:cNvSpPr>
            <a:spLocks noGrp="1"/>
          </p:cNvSpPr>
          <p:nvPr>
            <p:ph type="body" sz="quarter" idx="43"/>
          </p:nvPr>
        </p:nvSpPr>
        <p:spPr>
          <a:xfrm>
            <a:off x="6066682" y="1438715"/>
            <a:ext cx="2572262" cy="626701"/>
          </a:xfrm>
        </p:spPr>
        <p:txBody>
          <a:bodyPr lIns="0" tIns="0" rIns="0" bIns="0">
            <a:noAutofit/>
          </a:bodyPr>
          <a:lstStyle>
            <a:lvl1pPr marL="0" indent="0">
              <a:spcBef>
                <a:spcPts val="0"/>
              </a:spcBef>
              <a:buNone/>
              <a:defRPr sz="900"/>
            </a:lvl1pPr>
          </a:lstStyle>
          <a:p>
            <a:pPr lvl="0"/>
            <a:r>
              <a:rPr lang="en-US"/>
              <a:t>Click to edit Master text styles</a:t>
            </a:r>
          </a:p>
        </p:txBody>
      </p:sp>
      <p:sp>
        <p:nvSpPr>
          <p:cNvPr id="10" name="Text Placeholder 11">
            <a:extLst>
              <a:ext uri="{FF2B5EF4-FFF2-40B4-BE49-F238E27FC236}">
                <a16:creationId xmlns:a16="http://schemas.microsoft.com/office/drawing/2014/main" id="{933075CE-083E-DACE-75B9-DDCB2E437557}"/>
              </a:ext>
            </a:extLst>
          </p:cNvPr>
          <p:cNvSpPr>
            <a:spLocks noGrp="1"/>
          </p:cNvSpPr>
          <p:nvPr>
            <p:ph type="body" sz="quarter" idx="68"/>
          </p:nvPr>
        </p:nvSpPr>
        <p:spPr>
          <a:xfrm>
            <a:off x="8950475" y="2725494"/>
            <a:ext cx="2572262" cy="712876"/>
          </a:xfrm>
          <a:prstGeom prst="roundRect">
            <a:avLst>
              <a:gd name="adj" fmla="val 9576"/>
            </a:avLst>
          </a:prstGeom>
          <a:solidFill>
            <a:schemeClr val="bg1">
              <a:lumMod val="95000"/>
              <a:alpha val="50000"/>
            </a:schemeClr>
          </a:solidFill>
        </p:spPr>
        <p:txBody>
          <a:bodyPr lIns="0" tIns="0" rIns="0" bIns="0" anchor="t">
            <a:noAutofit/>
          </a:bodyPr>
          <a:lstStyle>
            <a:lvl1pPr marL="0" indent="0">
              <a:spcBef>
                <a:spcPts val="0"/>
              </a:spcBef>
              <a:spcAft>
                <a:spcPts val="100"/>
              </a:spcAft>
              <a:buNone/>
              <a:defRPr sz="900"/>
            </a:lvl1pPr>
            <a:lvl2pPr marL="0" indent="0">
              <a:spcBef>
                <a:spcPts val="0"/>
              </a:spcBef>
              <a:spcAft>
                <a:spcPts val="200"/>
              </a:spcAft>
              <a:buNone/>
              <a:defRPr sz="900"/>
            </a:lvl2pPr>
            <a:lvl3pPr marL="0" indent="0">
              <a:spcBef>
                <a:spcPts val="0"/>
              </a:spcBef>
              <a:spcAft>
                <a:spcPts val="100"/>
              </a:spcAft>
              <a:buNone/>
              <a:defRPr sz="900">
                <a:latin typeface="+mj-lt"/>
              </a:defRPr>
            </a:lvl3pPr>
            <a:lvl4pPr marL="0" indent="0">
              <a:buNone/>
              <a:defRPr sz="900">
                <a:latin typeface="+mj-lt"/>
              </a:defRPr>
            </a:lvl4pPr>
            <a:lvl5pPr>
              <a:defRPr/>
            </a:lvl5pPr>
          </a:lstStyle>
          <a:p>
            <a:pPr lvl="0"/>
            <a:r>
              <a:rPr lang="en-US"/>
              <a:t>Click to edit Master text styles</a:t>
            </a:r>
          </a:p>
          <a:p>
            <a:pPr lvl="3"/>
            <a:r>
              <a:rPr lang="en-US"/>
              <a:t>Level 2</a:t>
            </a:r>
          </a:p>
        </p:txBody>
      </p:sp>
      <p:sp>
        <p:nvSpPr>
          <p:cNvPr id="93" name="Step 1 Title">
            <a:extLst>
              <a:ext uri="{FF2B5EF4-FFF2-40B4-BE49-F238E27FC236}">
                <a16:creationId xmlns:a16="http://schemas.microsoft.com/office/drawing/2014/main" id="{78B57A65-16AE-5996-C81D-89A1171052DC}"/>
              </a:ext>
            </a:extLst>
          </p:cNvPr>
          <p:cNvSpPr>
            <a:spLocks noGrp="1"/>
          </p:cNvSpPr>
          <p:nvPr>
            <p:ph type="body" sz="quarter" idx="45"/>
          </p:nvPr>
        </p:nvSpPr>
        <p:spPr>
          <a:xfrm>
            <a:off x="8950475" y="1112478"/>
            <a:ext cx="2572262" cy="153888"/>
          </a:xfrm>
          <a:prstGeom prst="rect">
            <a:avLst/>
          </a:prstGeom>
          <a:noFill/>
          <a:effectLst/>
        </p:spPr>
        <p:txBody>
          <a:bodyPr lIns="0" tIns="0" rIns="0" bIns="0" anchor="ctr" anchorCtr="0">
            <a:spAutoFit/>
          </a:bodyPr>
          <a:lstStyle>
            <a:lvl1pPr marL="114300" indent="-114300" algn="l">
              <a:buSzPct val="100000"/>
              <a:buFont typeface="+mj-lt"/>
              <a:buAutoNum type="arabicPeriod" startAt="3"/>
              <a:defRPr sz="1000" b="0" i="0">
                <a:solidFill>
                  <a:schemeClr val="tx1"/>
                </a:solidFill>
                <a:latin typeface="+mj-lt"/>
                <a:cs typeface="Segoe UI Semibold" panose="020B0502040204020203" pitchFamily="34" charset="0"/>
              </a:defRPr>
            </a:lvl1pPr>
          </a:lstStyle>
          <a:p>
            <a:pPr lvl="0"/>
            <a:r>
              <a:rPr lang="en-US"/>
              <a:t>Click to edit Master text styles</a:t>
            </a:r>
          </a:p>
        </p:txBody>
      </p:sp>
      <p:sp>
        <p:nvSpPr>
          <p:cNvPr id="94" name="Step 1 Top">
            <a:extLst>
              <a:ext uri="{FF2B5EF4-FFF2-40B4-BE49-F238E27FC236}">
                <a16:creationId xmlns:a16="http://schemas.microsoft.com/office/drawing/2014/main" id="{6B743263-A0E0-B08F-8640-1A6F2A474017}"/>
              </a:ext>
            </a:extLst>
          </p:cNvPr>
          <p:cNvSpPr>
            <a:spLocks noGrp="1"/>
          </p:cNvSpPr>
          <p:nvPr>
            <p:ph type="body" sz="quarter" idx="46"/>
          </p:nvPr>
        </p:nvSpPr>
        <p:spPr>
          <a:xfrm>
            <a:off x="8950475" y="1438715"/>
            <a:ext cx="2572262" cy="626701"/>
          </a:xfrm>
        </p:spPr>
        <p:txBody>
          <a:bodyPr lIns="0" tIns="0" rIns="0" bIns="0">
            <a:noAutofit/>
          </a:bodyPr>
          <a:lstStyle>
            <a:lvl1pPr marL="0" indent="0">
              <a:spcBef>
                <a:spcPts val="0"/>
              </a:spcBef>
              <a:buNone/>
              <a:defRPr sz="900"/>
            </a:lvl1pPr>
          </a:lstStyle>
          <a:p>
            <a:pPr lvl="0"/>
            <a:r>
              <a:rPr lang="en-US"/>
              <a:t>Click to edit Master text styles</a:t>
            </a:r>
          </a:p>
        </p:txBody>
      </p:sp>
      <p:sp>
        <p:nvSpPr>
          <p:cNvPr id="12" name="Text Placeholder 11">
            <a:extLst>
              <a:ext uri="{FF2B5EF4-FFF2-40B4-BE49-F238E27FC236}">
                <a16:creationId xmlns:a16="http://schemas.microsoft.com/office/drawing/2014/main" id="{FE828537-77ED-661B-164D-7972C8F2B3CF}"/>
              </a:ext>
            </a:extLst>
          </p:cNvPr>
          <p:cNvSpPr>
            <a:spLocks noGrp="1"/>
          </p:cNvSpPr>
          <p:nvPr>
            <p:ph type="body" sz="quarter" idx="70"/>
          </p:nvPr>
        </p:nvSpPr>
        <p:spPr>
          <a:xfrm>
            <a:off x="6066682" y="2725494"/>
            <a:ext cx="2572262" cy="712876"/>
          </a:xfrm>
          <a:prstGeom prst="roundRect">
            <a:avLst>
              <a:gd name="adj" fmla="val 9576"/>
            </a:avLst>
          </a:prstGeom>
          <a:solidFill>
            <a:schemeClr val="bg1">
              <a:lumMod val="95000"/>
              <a:alpha val="50000"/>
            </a:schemeClr>
          </a:solidFill>
        </p:spPr>
        <p:txBody>
          <a:bodyPr lIns="0" tIns="0" rIns="0" bIns="0" anchor="t">
            <a:noAutofit/>
          </a:bodyPr>
          <a:lstStyle>
            <a:lvl1pPr marL="0" indent="0">
              <a:spcBef>
                <a:spcPts val="0"/>
              </a:spcBef>
              <a:spcAft>
                <a:spcPts val="100"/>
              </a:spcAft>
              <a:buNone/>
              <a:defRPr sz="900"/>
            </a:lvl1pPr>
            <a:lvl2pPr marL="0" indent="0">
              <a:spcBef>
                <a:spcPts val="0"/>
              </a:spcBef>
              <a:spcAft>
                <a:spcPts val="200"/>
              </a:spcAft>
              <a:buNone/>
              <a:defRPr sz="900"/>
            </a:lvl2pPr>
            <a:lvl3pPr marL="0" indent="0">
              <a:spcBef>
                <a:spcPts val="0"/>
              </a:spcBef>
              <a:spcAft>
                <a:spcPts val="100"/>
              </a:spcAft>
              <a:buNone/>
              <a:defRPr sz="900">
                <a:latin typeface="+mj-lt"/>
              </a:defRPr>
            </a:lvl3pPr>
            <a:lvl4pPr marL="0" indent="0">
              <a:buNone/>
              <a:defRPr sz="900">
                <a:latin typeface="+mj-lt"/>
              </a:defRPr>
            </a:lvl4pPr>
            <a:lvl5pPr>
              <a:defRPr/>
            </a:lvl5pPr>
          </a:lstStyle>
          <a:p>
            <a:pPr lvl="0"/>
            <a:r>
              <a:rPr lang="en-US"/>
              <a:t>Click to edit Master text styles</a:t>
            </a:r>
          </a:p>
          <a:p>
            <a:pPr lvl="3"/>
            <a:r>
              <a:rPr lang="en-US"/>
              <a:t>Level 2</a:t>
            </a:r>
          </a:p>
        </p:txBody>
      </p:sp>
      <p:sp>
        <p:nvSpPr>
          <p:cNvPr id="102" name="Text Placeholder 11">
            <a:extLst>
              <a:ext uri="{FF2B5EF4-FFF2-40B4-BE49-F238E27FC236}">
                <a16:creationId xmlns:a16="http://schemas.microsoft.com/office/drawing/2014/main" id="{B7B6A3B2-F891-96DB-EDD6-15440AF2E8CD}"/>
              </a:ext>
            </a:extLst>
          </p:cNvPr>
          <p:cNvSpPr>
            <a:spLocks noGrp="1"/>
          </p:cNvSpPr>
          <p:nvPr>
            <p:ph type="body" sz="quarter" idx="48"/>
          </p:nvPr>
        </p:nvSpPr>
        <p:spPr>
          <a:xfrm>
            <a:off x="3182890" y="5334522"/>
            <a:ext cx="2572262" cy="712876"/>
          </a:xfrm>
          <a:prstGeom prst="roundRect">
            <a:avLst>
              <a:gd name="adj" fmla="val 9576"/>
            </a:avLst>
          </a:prstGeom>
          <a:solidFill>
            <a:schemeClr val="bg1">
              <a:lumMod val="95000"/>
              <a:alpha val="50000"/>
            </a:schemeClr>
          </a:solidFill>
        </p:spPr>
        <p:txBody>
          <a:bodyPr lIns="0" tIns="0" rIns="0" bIns="0" anchor="t">
            <a:noAutofit/>
          </a:bodyPr>
          <a:lstStyle>
            <a:lvl1pPr marL="0" indent="0">
              <a:spcBef>
                <a:spcPts val="0"/>
              </a:spcBef>
              <a:spcAft>
                <a:spcPts val="100"/>
              </a:spcAft>
              <a:buNone/>
              <a:defRPr sz="900"/>
            </a:lvl1pPr>
            <a:lvl2pPr marL="0" indent="0">
              <a:spcBef>
                <a:spcPts val="0"/>
              </a:spcBef>
              <a:spcAft>
                <a:spcPts val="200"/>
              </a:spcAft>
              <a:buNone/>
              <a:defRPr sz="900"/>
            </a:lvl2pPr>
            <a:lvl3pPr marL="0" indent="0">
              <a:spcBef>
                <a:spcPts val="0"/>
              </a:spcBef>
              <a:spcAft>
                <a:spcPts val="100"/>
              </a:spcAft>
              <a:buNone/>
              <a:defRPr sz="900">
                <a:latin typeface="+mj-lt"/>
              </a:defRPr>
            </a:lvl3pPr>
            <a:lvl4pPr marL="0" indent="0">
              <a:buNone/>
              <a:defRPr sz="900">
                <a:latin typeface="+mj-lt"/>
              </a:defRPr>
            </a:lvl4pPr>
            <a:lvl5pPr>
              <a:defRPr/>
            </a:lvl5pPr>
          </a:lstStyle>
          <a:p>
            <a:pPr lvl="0"/>
            <a:r>
              <a:rPr lang="en-US"/>
              <a:t>Click to edit Master text styles</a:t>
            </a:r>
          </a:p>
          <a:p>
            <a:pPr lvl="3"/>
            <a:r>
              <a:rPr lang="en-US"/>
              <a:t>Level 2</a:t>
            </a:r>
          </a:p>
        </p:txBody>
      </p:sp>
      <p:sp>
        <p:nvSpPr>
          <p:cNvPr id="104" name="Step 1 Title">
            <a:extLst>
              <a:ext uri="{FF2B5EF4-FFF2-40B4-BE49-F238E27FC236}">
                <a16:creationId xmlns:a16="http://schemas.microsoft.com/office/drawing/2014/main" id="{0F93BF10-EBCF-85EF-D1B2-A7563451D76D}"/>
              </a:ext>
            </a:extLst>
          </p:cNvPr>
          <p:cNvSpPr>
            <a:spLocks noGrp="1"/>
          </p:cNvSpPr>
          <p:nvPr>
            <p:ph type="body" sz="quarter" idx="49"/>
          </p:nvPr>
        </p:nvSpPr>
        <p:spPr>
          <a:xfrm>
            <a:off x="3182890" y="3725103"/>
            <a:ext cx="2572262" cy="153888"/>
          </a:xfrm>
          <a:prstGeom prst="rect">
            <a:avLst/>
          </a:prstGeom>
          <a:noFill/>
          <a:effectLst/>
        </p:spPr>
        <p:txBody>
          <a:bodyPr lIns="0" tIns="0" rIns="0" bIns="0" anchor="ctr" anchorCtr="0">
            <a:spAutoFit/>
          </a:bodyPr>
          <a:lstStyle>
            <a:lvl1pPr marL="114300" indent="-114300" algn="l">
              <a:buSzPct val="100000"/>
              <a:buFont typeface="+mj-lt"/>
              <a:buAutoNum type="arabicPeriod" startAt="6"/>
              <a:defRPr sz="1000" b="0" i="0">
                <a:solidFill>
                  <a:schemeClr val="tx1"/>
                </a:solidFill>
                <a:latin typeface="+mj-lt"/>
                <a:cs typeface="Segoe UI Semibold" panose="020B0502040204020203" pitchFamily="34" charset="0"/>
              </a:defRPr>
            </a:lvl1pPr>
          </a:lstStyle>
          <a:p>
            <a:pPr lvl="0"/>
            <a:r>
              <a:rPr lang="en-US"/>
              <a:t>Click to edit Master text styles</a:t>
            </a:r>
          </a:p>
        </p:txBody>
      </p:sp>
      <p:sp>
        <p:nvSpPr>
          <p:cNvPr id="105" name="Step 1 Top">
            <a:extLst>
              <a:ext uri="{FF2B5EF4-FFF2-40B4-BE49-F238E27FC236}">
                <a16:creationId xmlns:a16="http://schemas.microsoft.com/office/drawing/2014/main" id="{C1C2FA4E-D061-ECCE-C8BB-24C647D60102}"/>
              </a:ext>
            </a:extLst>
          </p:cNvPr>
          <p:cNvSpPr>
            <a:spLocks noGrp="1"/>
          </p:cNvSpPr>
          <p:nvPr>
            <p:ph type="body" sz="quarter" idx="50"/>
          </p:nvPr>
        </p:nvSpPr>
        <p:spPr>
          <a:xfrm>
            <a:off x="3182890" y="4050957"/>
            <a:ext cx="2572262" cy="626701"/>
          </a:xfrm>
        </p:spPr>
        <p:txBody>
          <a:bodyPr lIns="0" tIns="0" rIns="0" bIns="0">
            <a:noAutofit/>
          </a:bodyPr>
          <a:lstStyle>
            <a:lvl1pPr marL="0" indent="0">
              <a:spcBef>
                <a:spcPts val="0"/>
              </a:spcBef>
              <a:buNone/>
              <a:defRPr sz="900"/>
            </a:lvl1pPr>
          </a:lstStyle>
          <a:p>
            <a:pPr lvl="0"/>
            <a:r>
              <a:rPr lang="en-US"/>
              <a:t>Click to edit Master text styles</a:t>
            </a:r>
          </a:p>
        </p:txBody>
      </p:sp>
      <p:sp>
        <p:nvSpPr>
          <p:cNvPr id="119" name="Step 1 Title">
            <a:extLst>
              <a:ext uri="{FF2B5EF4-FFF2-40B4-BE49-F238E27FC236}">
                <a16:creationId xmlns:a16="http://schemas.microsoft.com/office/drawing/2014/main" id="{9CB910C7-53F5-CD35-F7B3-ED8F5DD4F6A1}"/>
              </a:ext>
            </a:extLst>
          </p:cNvPr>
          <p:cNvSpPr>
            <a:spLocks noGrp="1"/>
          </p:cNvSpPr>
          <p:nvPr>
            <p:ph type="body" sz="quarter" idx="51"/>
          </p:nvPr>
        </p:nvSpPr>
        <p:spPr>
          <a:xfrm>
            <a:off x="6066682" y="3725103"/>
            <a:ext cx="2572262" cy="153888"/>
          </a:xfrm>
          <a:prstGeom prst="rect">
            <a:avLst/>
          </a:prstGeom>
          <a:noFill/>
          <a:effectLst/>
        </p:spPr>
        <p:txBody>
          <a:bodyPr lIns="0" tIns="0" rIns="0" bIns="0" anchor="ctr" anchorCtr="0">
            <a:spAutoFit/>
          </a:bodyPr>
          <a:lstStyle>
            <a:lvl1pPr marL="114300" indent="-114300" algn="l">
              <a:buSzPct val="100000"/>
              <a:buFont typeface="+mj-lt"/>
              <a:buAutoNum type="arabicPeriod" startAt="5"/>
              <a:defRPr sz="1000" b="0" i="0">
                <a:solidFill>
                  <a:schemeClr val="tx1"/>
                </a:solidFill>
                <a:latin typeface="+mj-lt"/>
                <a:cs typeface="Segoe UI Semibold" panose="020B0502040204020203" pitchFamily="34" charset="0"/>
              </a:defRPr>
            </a:lvl1pPr>
          </a:lstStyle>
          <a:p>
            <a:pPr lvl="0"/>
            <a:r>
              <a:rPr lang="en-US"/>
              <a:t>Click to edit Master text styles</a:t>
            </a:r>
          </a:p>
        </p:txBody>
      </p:sp>
      <p:sp>
        <p:nvSpPr>
          <p:cNvPr id="120" name="Step 1 Top">
            <a:extLst>
              <a:ext uri="{FF2B5EF4-FFF2-40B4-BE49-F238E27FC236}">
                <a16:creationId xmlns:a16="http://schemas.microsoft.com/office/drawing/2014/main" id="{E81FD2D6-1B95-AE76-667E-A7ADD3CD3A50}"/>
              </a:ext>
            </a:extLst>
          </p:cNvPr>
          <p:cNvSpPr>
            <a:spLocks noGrp="1"/>
          </p:cNvSpPr>
          <p:nvPr>
            <p:ph type="body" sz="quarter" idx="52"/>
          </p:nvPr>
        </p:nvSpPr>
        <p:spPr>
          <a:xfrm>
            <a:off x="6066682" y="4050957"/>
            <a:ext cx="2572262" cy="626701"/>
          </a:xfrm>
        </p:spPr>
        <p:txBody>
          <a:bodyPr lIns="0" tIns="0" rIns="0" bIns="0">
            <a:noAutofit/>
          </a:bodyPr>
          <a:lstStyle>
            <a:lvl1pPr marL="0" indent="0">
              <a:spcBef>
                <a:spcPts val="0"/>
              </a:spcBef>
              <a:buNone/>
              <a:defRPr sz="900"/>
            </a:lvl1pPr>
          </a:lstStyle>
          <a:p>
            <a:pPr lvl="0"/>
            <a:r>
              <a:rPr lang="en-US"/>
              <a:t>Click to edit Master text styles</a:t>
            </a:r>
          </a:p>
        </p:txBody>
      </p:sp>
      <p:sp>
        <p:nvSpPr>
          <p:cNvPr id="8" name="Text Placeholder 11">
            <a:extLst>
              <a:ext uri="{FF2B5EF4-FFF2-40B4-BE49-F238E27FC236}">
                <a16:creationId xmlns:a16="http://schemas.microsoft.com/office/drawing/2014/main" id="{19D255C6-A463-0E1B-EFD1-0675518123ED}"/>
              </a:ext>
            </a:extLst>
          </p:cNvPr>
          <p:cNvSpPr>
            <a:spLocks noGrp="1"/>
          </p:cNvSpPr>
          <p:nvPr>
            <p:ph type="body" sz="quarter" idx="66"/>
          </p:nvPr>
        </p:nvSpPr>
        <p:spPr>
          <a:xfrm>
            <a:off x="8950475" y="5334522"/>
            <a:ext cx="2572262" cy="712876"/>
          </a:xfrm>
          <a:prstGeom prst="roundRect">
            <a:avLst>
              <a:gd name="adj" fmla="val 9576"/>
            </a:avLst>
          </a:prstGeom>
          <a:solidFill>
            <a:schemeClr val="bg1">
              <a:lumMod val="95000"/>
              <a:alpha val="50000"/>
            </a:schemeClr>
          </a:solidFill>
        </p:spPr>
        <p:txBody>
          <a:bodyPr lIns="0" tIns="0" rIns="0" bIns="0" anchor="t">
            <a:noAutofit/>
          </a:bodyPr>
          <a:lstStyle>
            <a:lvl1pPr marL="0" indent="0">
              <a:spcBef>
                <a:spcPts val="0"/>
              </a:spcBef>
              <a:spcAft>
                <a:spcPts val="100"/>
              </a:spcAft>
              <a:buNone/>
              <a:defRPr sz="900"/>
            </a:lvl1pPr>
            <a:lvl2pPr marL="0" indent="0">
              <a:spcBef>
                <a:spcPts val="0"/>
              </a:spcBef>
              <a:spcAft>
                <a:spcPts val="200"/>
              </a:spcAft>
              <a:buNone/>
              <a:defRPr sz="900"/>
            </a:lvl2pPr>
            <a:lvl3pPr marL="0" indent="0">
              <a:spcBef>
                <a:spcPts val="0"/>
              </a:spcBef>
              <a:spcAft>
                <a:spcPts val="100"/>
              </a:spcAft>
              <a:buNone/>
              <a:defRPr sz="900">
                <a:latin typeface="+mj-lt"/>
              </a:defRPr>
            </a:lvl3pPr>
            <a:lvl4pPr marL="0" indent="0">
              <a:buNone/>
              <a:defRPr sz="900">
                <a:latin typeface="+mj-lt"/>
              </a:defRPr>
            </a:lvl4pPr>
            <a:lvl5pPr>
              <a:defRPr/>
            </a:lvl5pPr>
          </a:lstStyle>
          <a:p>
            <a:pPr lvl="0"/>
            <a:r>
              <a:rPr lang="en-US"/>
              <a:t>Click to edit Master text styles</a:t>
            </a:r>
          </a:p>
          <a:p>
            <a:pPr lvl="3"/>
            <a:r>
              <a:rPr lang="en-US"/>
              <a:t>Level 2</a:t>
            </a:r>
          </a:p>
        </p:txBody>
      </p:sp>
      <p:sp>
        <p:nvSpPr>
          <p:cNvPr id="122" name="Step 1 Title">
            <a:extLst>
              <a:ext uri="{FF2B5EF4-FFF2-40B4-BE49-F238E27FC236}">
                <a16:creationId xmlns:a16="http://schemas.microsoft.com/office/drawing/2014/main" id="{A1FCE115-20B6-1C4D-4833-053AE41AEBD7}"/>
              </a:ext>
            </a:extLst>
          </p:cNvPr>
          <p:cNvSpPr>
            <a:spLocks noGrp="1"/>
          </p:cNvSpPr>
          <p:nvPr>
            <p:ph type="body" sz="quarter" idx="54"/>
          </p:nvPr>
        </p:nvSpPr>
        <p:spPr>
          <a:xfrm>
            <a:off x="8950475" y="3725103"/>
            <a:ext cx="2572262" cy="153888"/>
          </a:xfrm>
          <a:prstGeom prst="rect">
            <a:avLst/>
          </a:prstGeom>
          <a:noFill/>
          <a:effectLst/>
        </p:spPr>
        <p:txBody>
          <a:bodyPr lIns="0" tIns="0" rIns="0" bIns="0" anchor="ctr" anchorCtr="0">
            <a:spAutoFit/>
          </a:bodyPr>
          <a:lstStyle>
            <a:lvl1pPr marL="114300" indent="-114300" algn="l">
              <a:buSzPct val="100000"/>
              <a:buFont typeface="+mj-lt"/>
              <a:buAutoNum type="arabicPeriod" startAt="4"/>
              <a:defRPr sz="1000" b="0" i="0">
                <a:solidFill>
                  <a:schemeClr val="tx1"/>
                </a:solidFill>
                <a:latin typeface="+mj-lt"/>
                <a:cs typeface="Segoe UI Semibold" panose="020B0502040204020203" pitchFamily="34" charset="0"/>
              </a:defRPr>
            </a:lvl1pPr>
          </a:lstStyle>
          <a:p>
            <a:pPr lvl="0"/>
            <a:r>
              <a:rPr lang="en-US"/>
              <a:t>Click to edit Master text styles</a:t>
            </a:r>
          </a:p>
        </p:txBody>
      </p:sp>
      <p:sp>
        <p:nvSpPr>
          <p:cNvPr id="123" name="Step 1 Top">
            <a:extLst>
              <a:ext uri="{FF2B5EF4-FFF2-40B4-BE49-F238E27FC236}">
                <a16:creationId xmlns:a16="http://schemas.microsoft.com/office/drawing/2014/main" id="{3D5F63B4-9275-D6B7-3A0E-699C0C868EA5}"/>
              </a:ext>
            </a:extLst>
          </p:cNvPr>
          <p:cNvSpPr>
            <a:spLocks noGrp="1"/>
          </p:cNvSpPr>
          <p:nvPr>
            <p:ph type="body" sz="quarter" idx="55"/>
          </p:nvPr>
        </p:nvSpPr>
        <p:spPr>
          <a:xfrm>
            <a:off x="8950475" y="4050957"/>
            <a:ext cx="2572262" cy="626701"/>
          </a:xfrm>
        </p:spPr>
        <p:txBody>
          <a:bodyPr lIns="0" tIns="0" rIns="0" bIns="0">
            <a:noAutofit/>
          </a:bodyPr>
          <a:lstStyle>
            <a:lvl1pPr marL="0" indent="0">
              <a:spcBef>
                <a:spcPts val="0"/>
              </a:spcBef>
              <a:buNone/>
              <a:defRPr sz="900"/>
            </a:lvl1pPr>
          </a:lstStyle>
          <a:p>
            <a:pPr lvl="0"/>
            <a:r>
              <a:rPr lang="en-US"/>
              <a:t>Click to edit Master text styles</a:t>
            </a:r>
          </a:p>
        </p:txBody>
      </p:sp>
      <p:sp>
        <p:nvSpPr>
          <p:cNvPr id="9" name="Text Placeholder 11">
            <a:extLst>
              <a:ext uri="{FF2B5EF4-FFF2-40B4-BE49-F238E27FC236}">
                <a16:creationId xmlns:a16="http://schemas.microsoft.com/office/drawing/2014/main" id="{9AEFB6C2-AB19-3A46-843C-CF95D15344CB}"/>
              </a:ext>
            </a:extLst>
          </p:cNvPr>
          <p:cNvSpPr>
            <a:spLocks noGrp="1"/>
          </p:cNvSpPr>
          <p:nvPr>
            <p:ph type="body" sz="quarter" idx="67"/>
          </p:nvPr>
        </p:nvSpPr>
        <p:spPr>
          <a:xfrm>
            <a:off x="6066682" y="5334522"/>
            <a:ext cx="2572262" cy="712876"/>
          </a:xfrm>
          <a:prstGeom prst="roundRect">
            <a:avLst>
              <a:gd name="adj" fmla="val 9576"/>
            </a:avLst>
          </a:prstGeom>
          <a:solidFill>
            <a:schemeClr val="bg1">
              <a:lumMod val="95000"/>
              <a:alpha val="50000"/>
            </a:schemeClr>
          </a:solidFill>
        </p:spPr>
        <p:txBody>
          <a:bodyPr lIns="0" tIns="0" rIns="0" bIns="0" anchor="t">
            <a:noAutofit/>
          </a:bodyPr>
          <a:lstStyle>
            <a:lvl1pPr marL="0" indent="0">
              <a:spcBef>
                <a:spcPts val="0"/>
              </a:spcBef>
              <a:spcAft>
                <a:spcPts val="100"/>
              </a:spcAft>
              <a:buNone/>
              <a:defRPr sz="900"/>
            </a:lvl1pPr>
            <a:lvl2pPr marL="0" indent="0">
              <a:spcBef>
                <a:spcPts val="0"/>
              </a:spcBef>
              <a:spcAft>
                <a:spcPts val="200"/>
              </a:spcAft>
              <a:buNone/>
              <a:defRPr sz="900"/>
            </a:lvl2pPr>
            <a:lvl3pPr marL="0" indent="0">
              <a:spcBef>
                <a:spcPts val="0"/>
              </a:spcBef>
              <a:spcAft>
                <a:spcPts val="100"/>
              </a:spcAft>
              <a:buNone/>
              <a:defRPr sz="900">
                <a:latin typeface="+mj-lt"/>
              </a:defRPr>
            </a:lvl3pPr>
            <a:lvl4pPr marL="0" indent="0">
              <a:buNone/>
              <a:defRPr sz="900">
                <a:latin typeface="+mj-lt"/>
              </a:defRPr>
            </a:lvl4pPr>
            <a:lvl5pPr>
              <a:defRPr/>
            </a:lvl5pPr>
          </a:lstStyle>
          <a:p>
            <a:pPr lvl="0"/>
            <a:r>
              <a:rPr lang="en-US"/>
              <a:t>Click to edit Master text styles</a:t>
            </a:r>
          </a:p>
          <a:p>
            <a:pPr lvl="3"/>
            <a:r>
              <a:rPr lang="en-US"/>
              <a:t>Level 2</a:t>
            </a:r>
          </a:p>
        </p:txBody>
      </p:sp>
      <p:sp>
        <p:nvSpPr>
          <p:cNvPr id="7" name="Footnote">
            <a:extLst>
              <a:ext uri="{FF2B5EF4-FFF2-40B4-BE49-F238E27FC236}">
                <a16:creationId xmlns:a16="http://schemas.microsoft.com/office/drawing/2014/main" id="{AC05EA29-0447-0506-FB1B-E11117B0DF2E}"/>
              </a:ext>
            </a:extLst>
          </p:cNvPr>
          <p:cNvSpPr txBox="1">
            <a:spLocks/>
          </p:cNvSpPr>
          <p:nvPr userDrawn="1"/>
        </p:nvSpPr>
        <p:spPr>
          <a:xfrm>
            <a:off x="320040" y="6309360"/>
            <a:ext cx="9597418" cy="430887"/>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7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700" b="0" i="0" u="none" strike="noStrike" kern="1200" cap="none" spc="0" normalizeH="0" baseline="30000" noProof="0" dirty="0">
                <a:ln>
                  <a:noFill/>
                </a:ln>
                <a:solidFill>
                  <a:srgbClr val="000000"/>
                </a:solidFill>
                <a:effectLst/>
                <a:uLnTx/>
                <a:uFillTx/>
                <a:latin typeface="Segoe UI"/>
                <a:ea typeface="+mn-ea"/>
                <a:cs typeface="Segoe UI" panose="020B0502040204020203" pitchFamily="34" charset="0"/>
              </a:rPr>
              <a:t>1</a:t>
            </a:r>
            <a:r>
              <a:rPr kumimoji="0" lang="en-US" sz="7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Access M365 Copilot Chat at </a:t>
            </a:r>
            <a:r>
              <a:rPr kumimoji="0" lang="en-US" sz="7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hlinkClick r:id="rId2"/>
              </a:rPr>
              <a:t>m365copilot.com</a:t>
            </a:r>
            <a:r>
              <a:rPr kumimoji="0" lang="en-US" sz="7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 or the Microsoft 365 Copilot Chat mobile app and set toggle to “Web”.</a:t>
            </a:r>
          </a:p>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700" b="0" i="0" u="none" strike="noStrike" kern="1200" cap="none" spc="0" normalizeH="0" baseline="30000" noProof="0" dirty="0">
                <a:ln>
                  <a:noFill/>
                </a:ln>
                <a:solidFill>
                  <a:srgbClr val="000000"/>
                </a:solidFill>
                <a:effectLst/>
                <a:uLnTx/>
                <a:uFillTx/>
                <a:latin typeface="Segoe UI"/>
                <a:ea typeface="+mn-ea"/>
                <a:cs typeface="Segoe UI" panose="020B0502040204020203" pitchFamily="34" charset="0"/>
              </a:rPr>
              <a:t>2</a:t>
            </a:r>
            <a:r>
              <a:rPr kumimoji="0" lang="en-US" sz="7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Access M365 Copilot Chat at </a:t>
            </a:r>
            <a:r>
              <a:rPr kumimoji="0" lang="en-US" sz="7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hlinkClick r:id="rId2"/>
              </a:rPr>
              <a:t>m365copilot.com</a:t>
            </a:r>
            <a:r>
              <a:rPr kumimoji="0" lang="en-US" sz="7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 the Microsoft 365 Copilot Chat mobile app, or the M365 Copilot Chat app in Teams, and set toggle to “Work”.</a:t>
            </a:r>
          </a:p>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700" b="0" i="0" u="none" strike="noStrike" kern="1200" cap="none" spc="0" normalizeH="0" baseline="30000" noProof="0" dirty="0">
                <a:ln>
                  <a:noFill/>
                </a:ln>
                <a:solidFill>
                  <a:srgbClr val="000000"/>
                </a:solidFill>
                <a:effectLst/>
                <a:uLnTx/>
                <a:uFillTx/>
                <a:latin typeface="Segoe UI"/>
                <a:ea typeface="+mn-ea"/>
                <a:cs typeface="Segoe UI" panose="020B0502040204020203" pitchFamily="34" charset="0"/>
              </a:rPr>
              <a:t>3</a:t>
            </a:r>
            <a:r>
              <a:rPr kumimoji="0" lang="en-US" sz="7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AI Agents allow Copilot to access your organization-specific apps. In the past this would have required an API call to get data from a system of record.</a:t>
            </a:r>
          </a:p>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7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The content in this example scenario is for demonstration purposes only. You should evaluate how Copilot aligns with your organization’s business processes, regulatory requirements, and responsible AI principles.</a:t>
            </a:r>
          </a:p>
        </p:txBody>
      </p:sp>
      <p:sp>
        <p:nvSpPr>
          <p:cNvPr id="2" name="Text Placeholder 8">
            <a:extLst>
              <a:ext uri="{FF2B5EF4-FFF2-40B4-BE49-F238E27FC236}">
                <a16:creationId xmlns:a16="http://schemas.microsoft.com/office/drawing/2014/main" id="{A1FD8182-9192-3293-3C25-613D50894B80}"/>
              </a:ext>
            </a:extLst>
          </p:cNvPr>
          <p:cNvSpPr>
            <a:spLocks noGrp="1"/>
          </p:cNvSpPr>
          <p:nvPr>
            <p:ph type="body" sz="quarter" idx="64"/>
          </p:nvPr>
        </p:nvSpPr>
        <p:spPr>
          <a:xfrm>
            <a:off x="320721" y="4709762"/>
            <a:ext cx="1131651" cy="219456"/>
          </a:xfrm>
          <a:prstGeom prst="roundRect">
            <a:avLst>
              <a:gd name="adj" fmla="val 50000"/>
            </a:avLst>
          </a:prstGeom>
          <a:solidFill>
            <a:srgbClr val="C03BC4"/>
          </a:solidFill>
          <a:ln w="12700">
            <a:solidFill>
              <a:srgbClr val="C03BC4"/>
            </a:solidFill>
          </a:ln>
          <a:effectLst>
            <a:outerShdw blurRad="63500" dist="63500" dir="2700000" algn="tl" rotWithShape="0">
              <a:prstClr val="black">
                <a:alpha val="20000"/>
              </a:prstClr>
            </a:outerShdw>
          </a:effectLst>
        </p:spPr>
        <p:txBody>
          <a:bodyPr lIns="0" tIns="36576" rIns="0" bIns="36576" anchor="ctr">
            <a:noAutofit/>
          </a:bodyPr>
          <a:lstStyle>
            <a:lvl1pPr marL="0" indent="0" algn="ctr">
              <a:buNone/>
              <a:defRPr sz="900">
                <a:solidFill>
                  <a:schemeClr val="bg1"/>
                </a:solidFill>
                <a:latin typeface="+mj-lt"/>
              </a:defRPr>
            </a:lvl1pPr>
            <a:lvl2pPr marL="228600" indent="0">
              <a:buNone/>
              <a:defRPr/>
            </a:lvl2pPr>
          </a:lstStyle>
          <a:p>
            <a:pPr lvl="0"/>
            <a:r>
              <a:rPr lang="en-US"/>
              <a:t>Click to edit</a:t>
            </a:r>
          </a:p>
        </p:txBody>
      </p:sp>
      <p:sp>
        <p:nvSpPr>
          <p:cNvPr id="3" name="Text Placeholder 8">
            <a:extLst>
              <a:ext uri="{FF2B5EF4-FFF2-40B4-BE49-F238E27FC236}">
                <a16:creationId xmlns:a16="http://schemas.microsoft.com/office/drawing/2014/main" id="{DD81CAF3-1B44-C8D0-3BB0-F3DD087633FA}"/>
              </a:ext>
            </a:extLst>
          </p:cNvPr>
          <p:cNvSpPr>
            <a:spLocks noGrp="1"/>
          </p:cNvSpPr>
          <p:nvPr>
            <p:ph type="body" sz="quarter" idx="65"/>
          </p:nvPr>
        </p:nvSpPr>
        <p:spPr>
          <a:xfrm>
            <a:off x="320721" y="3467940"/>
            <a:ext cx="1131650" cy="219456"/>
          </a:xfrm>
          <a:prstGeom prst="roundRect">
            <a:avLst>
              <a:gd name="adj" fmla="val 50000"/>
            </a:avLst>
          </a:prstGeom>
          <a:solidFill>
            <a:srgbClr val="0078D4"/>
          </a:solidFill>
          <a:ln w="12700">
            <a:solidFill>
              <a:srgbClr val="0078D4"/>
            </a:solidFill>
          </a:ln>
          <a:effectLst>
            <a:outerShdw blurRad="63500" dist="63500" dir="2700000" algn="tl" rotWithShape="0">
              <a:prstClr val="black">
                <a:alpha val="20000"/>
              </a:prstClr>
            </a:outerShdw>
          </a:effectLst>
        </p:spPr>
        <p:txBody>
          <a:bodyPr lIns="0" tIns="36576" rIns="0" bIns="36576" anchor="ctr">
            <a:noAutofit/>
          </a:bodyPr>
          <a:lstStyle>
            <a:lvl1pPr marL="0" indent="0" algn="ctr">
              <a:buNone/>
              <a:defRPr sz="900">
                <a:solidFill>
                  <a:schemeClr val="bg1"/>
                </a:solidFill>
                <a:latin typeface="+mj-lt"/>
              </a:defRPr>
            </a:lvl1pPr>
            <a:lvl2pPr marL="228600" indent="0">
              <a:buNone/>
              <a:defRPr/>
            </a:lvl2pPr>
          </a:lstStyle>
          <a:p>
            <a:pPr lvl="0"/>
            <a:r>
              <a:rPr lang="en-US"/>
              <a:t>Click to edit</a:t>
            </a:r>
          </a:p>
        </p:txBody>
      </p:sp>
    </p:spTree>
    <p:extLst>
      <p:ext uri="{BB962C8B-B14F-4D97-AF65-F5344CB8AC3E}">
        <p14:creationId xmlns:p14="http://schemas.microsoft.com/office/powerpoint/2010/main" val="425257802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0">
          <p15:clr>
            <a:srgbClr val="A4A3A4"/>
          </p15:clr>
        </p15:guide>
        <p15:guide id="8" pos="1368">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36">
          <p15:clr>
            <a:srgbClr val="A4A3A4"/>
          </p15:clr>
        </p15:guide>
        <p15:guide id="14" pos="3168">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Scenario five steps">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894A1448-F8D7-EA0F-E466-136E038AA3F1}"/>
              </a:ext>
            </a:extLst>
          </p:cNvPr>
          <p:cNvCxnSpPr>
            <a:cxnSpLocks/>
          </p:cNvCxnSpPr>
          <p:nvPr userDrawn="1"/>
        </p:nvCxnSpPr>
        <p:spPr>
          <a:xfrm>
            <a:off x="3182889" y="1352539"/>
            <a:ext cx="8339848" cy="0"/>
          </a:xfrm>
          <a:prstGeom prst="line">
            <a:avLst/>
          </a:prstGeom>
          <a:ln w="15875" cap="flat">
            <a:gradFill flip="none" rotWithShape="1">
              <a:gsLst>
                <a:gs pos="0">
                  <a:srgbClr val="0078D4"/>
                </a:gs>
                <a:gs pos="100000">
                  <a:schemeClr val="accent3"/>
                </a:gs>
              </a:gsLst>
              <a:lin ang="1620000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8" name="Rectangle: Rounded Corners 7">
            <a:extLst>
              <a:ext uri="{FF2B5EF4-FFF2-40B4-BE49-F238E27FC236}">
                <a16:creationId xmlns:a16="http://schemas.microsoft.com/office/drawing/2014/main" id="{FC6C3234-D3F7-EB91-19FC-3FF3921A6EF7}"/>
              </a:ext>
            </a:extLst>
          </p:cNvPr>
          <p:cNvSpPr>
            <a:spLocks/>
          </p:cNvSpPr>
          <p:nvPr userDrawn="1"/>
        </p:nvSpPr>
        <p:spPr bwMode="auto">
          <a:xfrm>
            <a:off x="2179638" y="304726"/>
            <a:ext cx="4582191" cy="526298"/>
          </a:xfrm>
          <a:prstGeom prst="roundRect">
            <a:avLst/>
          </a:prstGeom>
          <a:solidFill>
            <a:srgbClr val="DDEEF8"/>
          </a:solidFill>
          <a:ln>
            <a:solidFill>
              <a:schemeClr val="bg1"/>
            </a:solidFill>
            <a:headEnd type="none" w="med" len="med"/>
            <a:tailEnd type="none" w="med" len="med"/>
          </a:ln>
          <a:effectLst>
            <a:outerShdw blurRad="254000" algn="ctr" rotWithShape="0">
              <a:schemeClr val="bg1">
                <a:lumMod val="75000"/>
                <a:alpha val="3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11480" tIns="91440" rIns="91440" bIns="9144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1200"/>
              </a:spcBef>
              <a:spcAft>
                <a:spcPts val="0"/>
              </a:spcAft>
              <a:buClrTx/>
              <a:buSzPct val="100000"/>
              <a:buFontTx/>
              <a:buNone/>
              <a:tabLst/>
              <a:defRPr/>
            </a:pPr>
            <a:endParaRPr kumimoji="0" lang="en-US" sz="1800" b="0" i="0" u="none" strike="noStrike" kern="1200" cap="none" spc="0" normalizeH="0" baseline="0" noProof="0" dirty="0">
              <a:ln>
                <a:noFill/>
              </a:ln>
              <a:solidFill>
                <a:srgbClr val="000000"/>
              </a:solidFill>
              <a:effectLst/>
              <a:uLnTx/>
              <a:uFillTx/>
              <a:latin typeface="Segoe UI Semibold"/>
              <a:ea typeface="+mn-ea"/>
              <a:cs typeface="+mn-cs"/>
            </a:endParaRPr>
          </a:p>
        </p:txBody>
      </p:sp>
      <p:sp>
        <p:nvSpPr>
          <p:cNvPr id="9" name="TextBox 8">
            <a:extLst>
              <a:ext uri="{FF2B5EF4-FFF2-40B4-BE49-F238E27FC236}">
                <a16:creationId xmlns:a16="http://schemas.microsoft.com/office/drawing/2014/main" id="{DE489450-2B99-F45D-B0AD-1BD8CA42038B}"/>
              </a:ext>
            </a:extLst>
          </p:cNvPr>
          <p:cNvSpPr txBox="1">
            <a:spLocks/>
          </p:cNvSpPr>
          <p:nvPr userDrawn="1"/>
        </p:nvSpPr>
        <p:spPr>
          <a:xfrm>
            <a:off x="0" y="304726"/>
            <a:ext cx="2431247" cy="526298"/>
          </a:xfrm>
          <a:custGeom>
            <a:avLst/>
            <a:gdLst>
              <a:gd name="connsiteX0" fmla="*/ 1993 w 2431247"/>
              <a:gd name="connsiteY0" fmla="*/ 0 h 526298"/>
              <a:gd name="connsiteX1" fmla="*/ 2338766 w 2431247"/>
              <a:gd name="connsiteY1" fmla="*/ 0 h 526298"/>
              <a:gd name="connsiteX2" fmla="*/ 2431247 w 2431247"/>
              <a:gd name="connsiteY2" fmla="*/ 92481 h 526298"/>
              <a:gd name="connsiteX3" fmla="*/ 2431247 w 2431247"/>
              <a:gd name="connsiteY3" fmla="*/ 433817 h 526298"/>
              <a:gd name="connsiteX4" fmla="*/ 2338766 w 2431247"/>
              <a:gd name="connsiteY4" fmla="*/ 526298 h 526298"/>
              <a:gd name="connsiteX5" fmla="*/ 1993 w 2431247"/>
              <a:gd name="connsiteY5" fmla="*/ 526298 h 526298"/>
              <a:gd name="connsiteX6" fmla="*/ 0 w 2431247"/>
              <a:gd name="connsiteY6" fmla="*/ 525896 h 526298"/>
              <a:gd name="connsiteX7" fmla="*/ 0 w 2431247"/>
              <a:gd name="connsiteY7" fmla="*/ 402 h 526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1247" h="526298">
                <a:moveTo>
                  <a:pt x="1993" y="0"/>
                </a:moveTo>
                <a:lnTo>
                  <a:pt x="2338766" y="0"/>
                </a:lnTo>
                <a:cubicBezTo>
                  <a:pt x="2389842" y="0"/>
                  <a:pt x="2431247" y="41405"/>
                  <a:pt x="2431247" y="92481"/>
                </a:cubicBezTo>
                <a:lnTo>
                  <a:pt x="2431247" y="433817"/>
                </a:lnTo>
                <a:cubicBezTo>
                  <a:pt x="2431247" y="484893"/>
                  <a:pt x="2389842" y="526298"/>
                  <a:pt x="2338766" y="526298"/>
                </a:cubicBezTo>
                <a:lnTo>
                  <a:pt x="1993" y="526298"/>
                </a:lnTo>
                <a:lnTo>
                  <a:pt x="0" y="525896"/>
                </a:lnTo>
                <a:lnTo>
                  <a:pt x="0" y="402"/>
                </a:lnTo>
                <a:close/>
              </a:path>
            </a:pathLst>
          </a:custGeom>
          <a:gradFill flip="none" rotWithShape="1">
            <a:gsLst>
              <a:gs pos="35000">
                <a:srgbClr val="0078D4"/>
              </a:gs>
              <a:gs pos="0">
                <a:srgbClr val="C03BC4"/>
              </a:gs>
            </a:gsLst>
            <a:path path="circle">
              <a:fillToRect l="100000" t="100000"/>
            </a:path>
            <a:tileRect r="-100000" b="-100000"/>
          </a:gradFill>
          <a:effectLst/>
        </p:spPr>
        <p:txBody>
          <a:bodyPr vert="horz" wrap="square" lIns="310896" tIns="0" rIns="0" bIns="0" rtlCol="0" anchor="ctr" anchorCtr="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b="1" i="0" kern="1200" spc="0" baseline="0">
                <a:solidFill>
                  <a:srgbClr val="FFFFFF"/>
                </a:solidFill>
                <a:latin typeface="Segoe UI Semibold" panose="020B0502040204020203" pitchFamily="34" charset="0"/>
                <a:ea typeface="+mn-ea"/>
                <a:cs typeface="Segoe UI Semibold"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endParaRPr kumimoji="0" lang="en-US" sz="2000" b="1" i="0" u="none" strike="noStrike" kern="1200" cap="none" spc="0" normalizeH="0" baseline="0" noProof="0" dirty="0">
              <a:ln>
                <a:noFill/>
              </a:ln>
              <a:solidFill>
                <a:srgbClr val="FFFFFF"/>
              </a:solidFill>
              <a:effectLst/>
              <a:uLnTx/>
              <a:uFillTx/>
              <a:latin typeface="Segoe UI Semibold" panose="020B0502040204020203" pitchFamily="34" charset="0"/>
              <a:ea typeface="+mn-ea"/>
              <a:cs typeface="Segoe UI Semibold" panose="020B0502040204020203" pitchFamily="34" charset="0"/>
            </a:endParaRPr>
          </a:p>
        </p:txBody>
      </p:sp>
      <p:sp>
        <p:nvSpPr>
          <p:cNvPr id="71" name="Scenario Level">
            <a:extLst>
              <a:ext uri="{FF2B5EF4-FFF2-40B4-BE49-F238E27FC236}">
                <a16:creationId xmlns:a16="http://schemas.microsoft.com/office/drawing/2014/main" id="{5C914349-B5B3-D703-EE31-78482DD3DAA9}"/>
              </a:ext>
            </a:extLst>
          </p:cNvPr>
          <p:cNvSpPr txBox="1"/>
          <p:nvPr userDrawn="1"/>
        </p:nvSpPr>
        <p:spPr>
          <a:xfrm>
            <a:off x="10895070" y="358721"/>
            <a:ext cx="992247" cy="153888"/>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Segoe UI Semibold"/>
                <a:ea typeface="+mn-ea"/>
                <a:cs typeface="Segoe UI Semibold" panose="020B0502040204020203" pitchFamily="34" charset="0"/>
              </a:rPr>
              <a:t>Scenario level:</a:t>
            </a:r>
          </a:p>
        </p:txBody>
      </p:sp>
      <p:sp>
        <p:nvSpPr>
          <p:cNvPr id="73" name="Available with">
            <a:extLst>
              <a:ext uri="{FF2B5EF4-FFF2-40B4-BE49-F238E27FC236}">
                <a16:creationId xmlns:a16="http://schemas.microsoft.com/office/drawing/2014/main" id="{1E59605F-F04E-58C0-102B-28C6AFF01B7D}"/>
              </a:ext>
            </a:extLst>
          </p:cNvPr>
          <p:cNvSpPr txBox="1"/>
          <p:nvPr userDrawn="1"/>
        </p:nvSpPr>
        <p:spPr>
          <a:xfrm>
            <a:off x="9126798" y="358721"/>
            <a:ext cx="992247" cy="153888"/>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Segoe UI Semibold"/>
                <a:ea typeface="+mn-ea"/>
                <a:cs typeface="Segoe UI Semibold" panose="020B0502040204020203" pitchFamily="34" charset="0"/>
              </a:rPr>
              <a:t>Available with:</a:t>
            </a:r>
          </a:p>
        </p:txBody>
      </p:sp>
      <p:cxnSp>
        <p:nvCxnSpPr>
          <p:cNvPr id="76" name="Straight Connector 75">
            <a:extLst>
              <a:ext uri="{FF2B5EF4-FFF2-40B4-BE49-F238E27FC236}">
                <a16:creationId xmlns:a16="http://schemas.microsoft.com/office/drawing/2014/main" id="{384F79FD-8FB8-5727-A3FB-9193B8AF441D}"/>
              </a:ext>
            </a:extLst>
          </p:cNvPr>
          <p:cNvCxnSpPr/>
          <p:nvPr userDrawn="1"/>
        </p:nvCxnSpPr>
        <p:spPr>
          <a:xfrm>
            <a:off x="10357789" y="358721"/>
            <a:ext cx="0" cy="331655"/>
          </a:xfrm>
          <a:prstGeom prst="line">
            <a:avLst/>
          </a:prstGeom>
          <a:ln>
            <a:solidFill>
              <a:srgbClr val="B1B3B3"/>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79" name="Group 78">
            <a:extLst>
              <a:ext uri="{FF2B5EF4-FFF2-40B4-BE49-F238E27FC236}">
                <a16:creationId xmlns:a16="http://schemas.microsoft.com/office/drawing/2014/main" id="{ECD8F809-3EF5-43AD-9927-8D87766BB31B}"/>
              </a:ext>
              <a:ext uri="{C183D7F6-B498-43B3-948B-1728B52AA6E4}">
                <adec:decorative xmlns:adec="http://schemas.microsoft.com/office/drawing/2017/decorative" val="1"/>
              </a:ext>
            </a:extLst>
          </p:cNvPr>
          <p:cNvGrpSpPr/>
          <p:nvPr userDrawn="1"/>
        </p:nvGrpSpPr>
        <p:grpSpPr>
          <a:xfrm>
            <a:off x="5805591" y="1247214"/>
            <a:ext cx="210652" cy="210652"/>
            <a:chOff x="5214995" y="-1168400"/>
            <a:chExt cx="431800" cy="431800"/>
          </a:xfrm>
        </p:grpSpPr>
        <p:sp>
          <p:nvSpPr>
            <p:cNvPr id="80" name="Oval 79">
              <a:extLst>
                <a:ext uri="{FF2B5EF4-FFF2-40B4-BE49-F238E27FC236}">
                  <a16:creationId xmlns:a16="http://schemas.microsoft.com/office/drawing/2014/main" id="{BD95EE76-3BB3-5D96-1162-650D8265E79B}"/>
                </a:ext>
              </a:extLst>
            </p:cNvPr>
            <p:cNvSpPr/>
            <p:nvPr/>
          </p:nvSpPr>
          <p:spPr bwMode="auto">
            <a:xfrm>
              <a:off x="5214995" y="-1168400"/>
              <a:ext cx="431800" cy="431800"/>
            </a:xfrm>
            <a:prstGeom prst="ellipse">
              <a:avLst/>
            </a:prstGeom>
            <a:gradFill flip="none" rotWithShape="1">
              <a:gsLst>
                <a:gs pos="60000">
                  <a:srgbClr val="0078D4"/>
                </a:gs>
                <a:gs pos="4000">
                  <a:srgbClr val="C03BC4"/>
                </a:gs>
              </a:gsLst>
              <a:path path="circle">
                <a:fillToRect l="100000" t="100000"/>
              </a:path>
              <a:tileRect r="-100000" b="-100000"/>
            </a:gradFill>
            <a:ln w="15875">
              <a:solidFill>
                <a:schemeClr val="bg1"/>
              </a:solidFill>
            </a:ln>
            <a:effectLst>
              <a:outerShdw blurRad="254000" algn="ctr" rotWithShape="0">
                <a:schemeClr val="bg1">
                  <a:lumMod val="75000"/>
                  <a:alpha val="30000"/>
                </a:schemeClr>
              </a:outerShdw>
            </a:effectLst>
          </p:spPr>
          <p:txBody>
            <a:bodyPr vert="horz" wrap="square" lIns="320040" tIns="0" rIns="0" bIns="0" rtlCol="0" anchor="ctr" anchorCtr="0">
              <a:noAutofit/>
            </a:bodyPr>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2000" b="1" i="0" u="none" strike="noStrike" kern="1200" cap="none" spc="0" normalizeH="0" baseline="0" noProof="0" dirty="0">
                <a:ln>
                  <a:noFill/>
                </a:ln>
                <a:solidFill>
                  <a:srgbClr val="FFFFFF"/>
                </a:solidFill>
                <a:effectLst/>
                <a:uLnTx/>
                <a:uFillTx/>
                <a:latin typeface="Segoe UI Semibold"/>
                <a:ea typeface="+mn-ea"/>
                <a:cs typeface="Segoe UI Semibold" panose="020B0502040204020203" pitchFamily="34" charset="0"/>
              </a:endParaRPr>
            </a:p>
          </p:txBody>
        </p:sp>
        <p:sp>
          <p:nvSpPr>
            <p:cNvPr id="81" name="Rectangle 89">
              <a:extLst>
                <a:ext uri="{FF2B5EF4-FFF2-40B4-BE49-F238E27FC236}">
                  <a16:creationId xmlns:a16="http://schemas.microsoft.com/office/drawing/2014/main" id="{C479534D-98FF-6F65-ECCB-79C6294552EA}"/>
                </a:ext>
              </a:extLst>
            </p:cNvPr>
            <p:cNvSpPr/>
            <p:nvPr/>
          </p:nvSpPr>
          <p:spPr bwMode="auto">
            <a:xfrm rot="2700000">
              <a:off x="5334303" y="-1026795"/>
              <a:ext cx="148589" cy="148589"/>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25400" cap="rnd">
              <a:solidFill>
                <a:schemeClr val="bg1"/>
              </a:soli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Segoe UI"/>
                <a:ea typeface="+mn-ea"/>
                <a:cs typeface="Segoe UI" pitchFamily="34" charset="0"/>
              </a:endParaRPr>
            </a:p>
          </p:txBody>
        </p:sp>
      </p:grpSp>
      <p:grpSp>
        <p:nvGrpSpPr>
          <p:cNvPr id="82" name="Group 81">
            <a:extLst>
              <a:ext uri="{FF2B5EF4-FFF2-40B4-BE49-F238E27FC236}">
                <a16:creationId xmlns:a16="http://schemas.microsoft.com/office/drawing/2014/main" id="{4684A0D0-9EC4-FC0C-B023-76950C80DF9A}"/>
              </a:ext>
              <a:ext uri="{C183D7F6-B498-43B3-948B-1728B52AA6E4}">
                <adec:decorative xmlns:adec="http://schemas.microsoft.com/office/drawing/2017/decorative" val="1"/>
              </a:ext>
            </a:extLst>
          </p:cNvPr>
          <p:cNvGrpSpPr/>
          <p:nvPr userDrawn="1"/>
        </p:nvGrpSpPr>
        <p:grpSpPr>
          <a:xfrm>
            <a:off x="8689384" y="1247214"/>
            <a:ext cx="210652" cy="210652"/>
            <a:chOff x="5214995" y="-1168400"/>
            <a:chExt cx="431800" cy="431800"/>
          </a:xfrm>
        </p:grpSpPr>
        <p:sp>
          <p:nvSpPr>
            <p:cNvPr id="83" name="Oval 82">
              <a:extLst>
                <a:ext uri="{FF2B5EF4-FFF2-40B4-BE49-F238E27FC236}">
                  <a16:creationId xmlns:a16="http://schemas.microsoft.com/office/drawing/2014/main" id="{C82D2312-1888-7E4C-63E7-F0B9A0902E6D}"/>
                </a:ext>
              </a:extLst>
            </p:cNvPr>
            <p:cNvSpPr/>
            <p:nvPr/>
          </p:nvSpPr>
          <p:spPr bwMode="auto">
            <a:xfrm>
              <a:off x="5214995" y="-1168400"/>
              <a:ext cx="431800" cy="431800"/>
            </a:xfrm>
            <a:prstGeom prst="ellipse">
              <a:avLst/>
            </a:prstGeom>
            <a:gradFill flip="none" rotWithShape="1">
              <a:gsLst>
                <a:gs pos="60000">
                  <a:srgbClr val="0078D4"/>
                </a:gs>
                <a:gs pos="4000">
                  <a:srgbClr val="C03BC4"/>
                </a:gs>
              </a:gsLst>
              <a:path path="circle">
                <a:fillToRect l="100000" t="100000"/>
              </a:path>
              <a:tileRect r="-100000" b="-100000"/>
            </a:gradFill>
            <a:ln w="15875">
              <a:solidFill>
                <a:schemeClr val="bg1"/>
              </a:solidFill>
            </a:ln>
            <a:effectLst>
              <a:outerShdw blurRad="254000" algn="ctr" rotWithShape="0">
                <a:schemeClr val="bg1">
                  <a:lumMod val="75000"/>
                  <a:alpha val="30000"/>
                </a:schemeClr>
              </a:outerShdw>
            </a:effectLst>
          </p:spPr>
          <p:txBody>
            <a:bodyPr vert="horz" wrap="square" lIns="320040" tIns="0" rIns="0" bIns="0" rtlCol="0" anchor="ctr" anchorCtr="0">
              <a:noAutofit/>
            </a:bodyPr>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2000" b="1" i="0" u="none" strike="noStrike" kern="1200" cap="none" spc="0" normalizeH="0" baseline="0" noProof="0" dirty="0">
                <a:ln>
                  <a:noFill/>
                </a:ln>
                <a:solidFill>
                  <a:srgbClr val="FFFFFF"/>
                </a:solidFill>
                <a:effectLst/>
                <a:uLnTx/>
                <a:uFillTx/>
                <a:latin typeface="Segoe UI Semibold"/>
                <a:ea typeface="+mn-ea"/>
                <a:cs typeface="Segoe UI Semibold" panose="020B0502040204020203" pitchFamily="34" charset="0"/>
              </a:endParaRPr>
            </a:p>
          </p:txBody>
        </p:sp>
        <p:sp>
          <p:nvSpPr>
            <p:cNvPr id="85" name="Rectangle 89">
              <a:extLst>
                <a:ext uri="{FF2B5EF4-FFF2-40B4-BE49-F238E27FC236}">
                  <a16:creationId xmlns:a16="http://schemas.microsoft.com/office/drawing/2014/main" id="{E1424AAE-0B41-949F-3E6D-9A5D7323D7DB}"/>
                </a:ext>
              </a:extLst>
            </p:cNvPr>
            <p:cNvSpPr/>
            <p:nvPr/>
          </p:nvSpPr>
          <p:spPr bwMode="auto">
            <a:xfrm rot="2700000">
              <a:off x="5334303" y="-1026795"/>
              <a:ext cx="148589" cy="148589"/>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25400" cap="rnd">
              <a:solidFill>
                <a:schemeClr val="bg1"/>
              </a:soli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Segoe UI"/>
                <a:ea typeface="+mn-ea"/>
                <a:cs typeface="Segoe UI" pitchFamily="34" charset="0"/>
              </a:endParaRPr>
            </a:p>
          </p:txBody>
        </p:sp>
      </p:grpSp>
      <p:sp>
        <p:nvSpPr>
          <p:cNvPr id="10" name="Title 9">
            <a:extLst>
              <a:ext uri="{FF2B5EF4-FFF2-40B4-BE49-F238E27FC236}">
                <a16:creationId xmlns:a16="http://schemas.microsoft.com/office/drawing/2014/main" id="{37120404-23B9-B744-0816-1D0C351C9B66}"/>
              </a:ext>
            </a:extLst>
          </p:cNvPr>
          <p:cNvSpPr>
            <a:spLocks noGrp="1"/>
          </p:cNvSpPr>
          <p:nvPr>
            <p:ph type="title"/>
          </p:nvPr>
        </p:nvSpPr>
        <p:spPr>
          <a:xfrm>
            <a:off x="2492556" y="429376"/>
            <a:ext cx="4144817" cy="276999"/>
          </a:xfrm>
        </p:spPr>
        <p:txBody>
          <a:bodyPr/>
          <a:lstStyle>
            <a:lvl1pPr>
              <a:defRPr lang="en-IN" sz="1800" kern="1200" spc="-50" baseline="0" dirty="0">
                <a:solidFill>
                  <a:schemeClr val="tx1"/>
                </a:solidFill>
                <a:latin typeface="+mj-lt"/>
                <a:ea typeface="+mn-ea"/>
                <a:cs typeface="Segoe UI" panose="020B0502040204020203" pitchFamily="34" charset="0"/>
              </a:defRPr>
            </a:lvl1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Click to edit Master title style</a:t>
            </a:r>
            <a:endParaRPr lang="en-IN"/>
          </a:p>
        </p:txBody>
      </p:sp>
      <p:sp>
        <p:nvSpPr>
          <p:cNvPr id="5" name="Text Placeholder 70">
            <a:extLst>
              <a:ext uri="{FF2B5EF4-FFF2-40B4-BE49-F238E27FC236}">
                <a16:creationId xmlns:a16="http://schemas.microsoft.com/office/drawing/2014/main" id="{BECC6E1E-CB20-24F2-9CE6-B77C08524D07}"/>
              </a:ext>
            </a:extLst>
          </p:cNvPr>
          <p:cNvSpPr>
            <a:spLocks noGrp="1"/>
          </p:cNvSpPr>
          <p:nvPr>
            <p:ph type="body" sz="quarter" idx="33"/>
          </p:nvPr>
        </p:nvSpPr>
        <p:spPr>
          <a:xfrm>
            <a:off x="304796" y="413987"/>
            <a:ext cx="1941119" cy="307777"/>
          </a:xfrm>
        </p:spPr>
        <p:txBody>
          <a:bodyPr anchor="ctr"/>
          <a:lstStyle>
            <a:lvl1pPr marL="0" indent="0">
              <a:spcBef>
                <a:spcPts val="0"/>
              </a:spcBef>
              <a:buNone/>
              <a:defRPr sz="2000" spc="-50" baseline="0">
                <a:solidFill>
                  <a:schemeClr val="bg1"/>
                </a:solidFill>
                <a:latin typeface="+mj-lt"/>
              </a:defRPr>
            </a:lvl1pPr>
            <a:lvl2pPr marL="228600" indent="0">
              <a:buNone/>
              <a:defRPr/>
            </a:lvl2pPr>
          </a:lstStyle>
          <a:p>
            <a:pPr lvl="0"/>
            <a:r>
              <a:rPr lang="en-US"/>
              <a:t>Click to edit</a:t>
            </a:r>
          </a:p>
        </p:txBody>
      </p:sp>
      <p:sp>
        <p:nvSpPr>
          <p:cNvPr id="74" name="Licenses">
            <a:extLst>
              <a:ext uri="{FF2B5EF4-FFF2-40B4-BE49-F238E27FC236}">
                <a16:creationId xmlns:a16="http://schemas.microsoft.com/office/drawing/2014/main" id="{E442F0DF-3967-354D-A17D-A2229F6B3036}"/>
              </a:ext>
            </a:extLst>
          </p:cNvPr>
          <p:cNvSpPr>
            <a:spLocks noGrp="1"/>
          </p:cNvSpPr>
          <p:nvPr userDrawn="1">
            <p:ph type="body" sz="quarter" idx="44"/>
          </p:nvPr>
        </p:nvSpPr>
        <p:spPr>
          <a:xfrm>
            <a:off x="7149557" y="521100"/>
            <a:ext cx="2969488" cy="169277"/>
          </a:xfrm>
        </p:spPr>
        <p:txBody>
          <a:bodyPr/>
          <a:lstStyle>
            <a:lvl1pPr marL="0" indent="0" algn="r">
              <a:spcBef>
                <a:spcPts val="0"/>
              </a:spcBef>
              <a:buNone/>
              <a:defRPr sz="1100" b="1" i="0" spc="0" baseline="0">
                <a:solidFill>
                  <a:srgbClr val="C03BC4"/>
                </a:solidFill>
                <a:latin typeface="+mj-lt"/>
                <a:cs typeface="Segoe UI Semibold" panose="020B0502040204020203" pitchFamily="34" charset="0"/>
              </a:defRPr>
            </a:lvl1pPr>
            <a:lvl2pPr marL="228600" indent="0" algn="r">
              <a:spcBef>
                <a:spcPts val="0"/>
              </a:spcBef>
              <a:buNone/>
              <a:defRPr sz="1100" spc="-20" baseline="0">
                <a:solidFill>
                  <a:srgbClr val="B1B3B3"/>
                </a:solidFill>
              </a:defRPr>
            </a:lvl2pPr>
            <a:lvl3pPr algn="r">
              <a:defRPr/>
            </a:lvl3pPr>
            <a:lvl4pPr algn="r">
              <a:defRPr/>
            </a:lvl4pPr>
            <a:lvl5pPr algn="r">
              <a:defRPr/>
            </a:lvl5pPr>
          </a:lstStyle>
          <a:p>
            <a:pPr lvl="0"/>
            <a:r>
              <a:rPr lang="en-US"/>
              <a:t>Click to edit</a:t>
            </a:r>
          </a:p>
        </p:txBody>
      </p:sp>
      <p:sp>
        <p:nvSpPr>
          <p:cNvPr id="72" name="Level">
            <a:extLst>
              <a:ext uri="{FF2B5EF4-FFF2-40B4-BE49-F238E27FC236}">
                <a16:creationId xmlns:a16="http://schemas.microsoft.com/office/drawing/2014/main" id="{0CD96223-5C6F-D226-0888-B8E8522B7793}"/>
              </a:ext>
            </a:extLst>
          </p:cNvPr>
          <p:cNvSpPr>
            <a:spLocks noGrp="1"/>
          </p:cNvSpPr>
          <p:nvPr userDrawn="1">
            <p:ph type="body" sz="quarter" idx="43"/>
          </p:nvPr>
        </p:nvSpPr>
        <p:spPr>
          <a:xfrm>
            <a:off x="10430351" y="521099"/>
            <a:ext cx="1456966" cy="175614"/>
          </a:xfrm>
        </p:spPr>
        <p:txBody>
          <a:bodyPr/>
          <a:lstStyle>
            <a:lvl1pPr marL="0" indent="0" algn="r">
              <a:spcBef>
                <a:spcPts val="0"/>
              </a:spcBef>
              <a:buNone/>
              <a:defRPr sz="1100" b="1" i="0" spc="0" baseline="0">
                <a:solidFill>
                  <a:srgbClr val="0078D4"/>
                </a:solidFill>
                <a:latin typeface="+mj-lt"/>
                <a:cs typeface="Segoe UI Semibold" panose="020B0502040204020203" pitchFamily="34" charset="0"/>
              </a:defRPr>
            </a:lvl1pPr>
            <a:lvl2pPr marL="228600" indent="0" algn="r">
              <a:spcBef>
                <a:spcPts val="0"/>
              </a:spcBef>
              <a:buNone/>
              <a:defRPr sz="1100" spc="-20" baseline="0">
                <a:solidFill>
                  <a:srgbClr val="B1B3B3"/>
                </a:solidFill>
              </a:defRPr>
            </a:lvl2pPr>
            <a:lvl3pPr algn="r">
              <a:defRPr/>
            </a:lvl3pPr>
            <a:lvl4pPr algn="r">
              <a:defRPr/>
            </a:lvl4pPr>
            <a:lvl5pPr algn="r">
              <a:defRPr/>
            </a:lvl5pPr>
          </a:lstStyle>
          <a:p>
            <a:r>
              <a:rPr lang="en-US"/>
              <a:t>Click to edit</a:t>
            </a:r>
          </a:p>
        </p:txBody>
      </p:sp>
      <p:sp>
        <p:nvSpPr>
          <p:cNvPr id="14" name="Step 5 Top">
            <a:extLst>
              <a:ext uri="{FF2B5EF4-FFF2-40B4-BE49-F238E27FC236}">
                <a16:creationId xmlns:a16="http://schemas.microsoft.com/office/drawing/2014/main" id="{5F6FC536-93D3-A645-6321-E19971F6F7AD}"/>
              </a:ext>
            </a:extLst>
          </p:cNvPr>
          <p:cNvSpPr>
            <a:spLocks noGrp="1"/>
          </p:cNvSpPr>
          <p:nvPr>
            <p:ph type="body" sz="quarter" idx="42"/>
          </p:nvPr>
        </p:nvSpPr>
        <p:spPr>
          <a:xfrm>
            <a:off x="311388" y="1026303"/>
            <a:ext cx="2431246" cy="1131079"/>
          </a:xfrm>
        </p:spPr>
        <p:txBody>
          <a:bodyPr lIns="0" tIns="0" rIns="0" bIns="0">
            <a:noAutofit/>
          </a:bodyPr>
          <a:lstStyle>
            <a:lvl1pPr marL="0" indent="0">
              <a:spcBef>
                <a:spcPts val="0"/>
              </a:spcBef>
              <a:buNone/>
              <a:defRPr kumimoji="0" lang="en-US" sz="1050" b="0" i="0" u="none" strike="noStrike" kern="100" cap="none" normalizeH="0" baseline="0" dirty="0">
                <a:ln>
                  <a:noFill/>
                </a:ln>
                <a:solidFill>
                  <a:schemeClr val="tx1"/>
                </a:solidFill>
                <a:effectLst/>
                <a:uLnTx/>
                <a:uFillTx/>
                <a:latin typeface="+mn-lt"/>
                <a:ea typeface="Aptos" panose="020B0004020202020204" pitchFamily="34" charset="0"/>
                <a:cs typeface="Times New Roman" panose="02020603050405020304" pitchFamily="18" charset="0"/>
              </a:defRPr>
            </a:lvl1pPr>
          </a:lstStyle>
          <a:p>
            <a:pPr marL="0" marR="0" lvl="0" indent="0" algn="l" defTabSz="914400" rtl="0" eaLnBrk="1" fontAlgn="auto" latinLnBrk="0" hangingPunct="1">
              <a:spcBef>
                <a:spcPts val="0"/>
              </a:spcBef>
              <a:spcAft>
                <a:spcPts val="0"/>
              </a:spcAft>
              <a:buClrTx/>
              <a:buSzTx/>
              <a:buFontTx/>
              <a:buNone/>
              <a:tabLst/>
              <a:defRPr/>
            </a:pPr>
            <a:r>
              <a:rPr lang="en-US"/>
              <a:t>Click to edit Master text styles</a:t>
            </a:r>
          </a:p>
        </p:txBody>
      </p:sp>
      <p:sp>
        <p:nvSpPr>
          <p:cNvPr id="153" name="Text Placeholder 8">
            <a:extLst>
              <a:ext uri="{FF2B5EF4-FFF2-40B4-BE49-F238E27FC236}">
                <a16:creationId xmlns:a16="http://schemas.microsoft.com/office/drawing/2014/main" id="{20290FDF-B386-A402-3F54-8F38D89E3855}"/>
              </a:ext>
            </a:extLst>
          </p:cNvPr>
          <p:cNvSpPr>
            <a:spLocks noGrp="1"/>
          </p:cNvSpPr>
          <p:nvPr>
            <p:ph type="body" sz="quarter" idx="65"/>
          </p:nvPr>
        </p:nvSpPr>
        <p:spPr>
          <a:xfrm>
            <a:off x="320721" y="3467940"/>
            <a:ext cx="1131650" cy="219456"/>
          </a:xfrm>
          <a:prstGeom prst="roundRect">
            <a:avLst>
              <a:gd name="adj" fmla="val 50000"/>
            </a:avLst>
          </a:prstGeom>
          <a:solidFill>
            <a:srgbClr val="0078D4"/>
          </a:solidFill>
          <a:ln w="12700">
            <a:solidFill>
              <a:srgbClr val="0078D4"/>
            </a:solidFill>
          </a:ln>
          <a:effectLst>
            <a:outerShdw blurRad="63500" dist="63500" dir="2700000" algn="tl" rotWithShape="0">
              <a:prstClr val="black">
                <a:alpha val="20000"/>
              </a:prstClr>
            </a:outerShdw>
          </a:effectLst>
        </p:spPr>
        <p:txBody>
          <a:bodyPr lIns="0" tIns="36576" rIns="0" bIns="36576" anchor="ctr">
            <a:noAutofit/>
          </a:bodyPr>
          <a:lstStyle>
            <a:lvl1pPr marL="0" indent="0" algn="ctr">
              <a:buNone/>
              <a:defRPr sz="900">
                <a:solidFill>
                  <a:schemeClr val="bg1"/>
                </a:solidFill>
                <a:latin typeface="+mj-lt"/>
              </a:defRPr>
            </a:lvl1pPr>
            <a:lvl2pPr marL="228600" indent="0">
              <a:buNone/>
              <a:defRPr/>
            </a:lvl2pPr>
          </a:lstStyle>
          <a:p>
            <a:pPr lvl="0"/>
            <a:r>
              <a:rPr lang="en-US"/>
              <a:t>Click to edit</a:t>
            </a:r>
          </a:p>
        </p:txBody>
      </p:sp>
      <p:sp>
        <p:nvSpPr>
          <p:cNvPr id="152" name="Text Placeholder 8">
            <a:extLst>
              <a:ext uri="{FF2B5EF4-FFF2-40B4-BE49-F238E27FC236}">
                <a16:creationId xmlns:a16="http://schemas.microsoft.com/office/drawing/2014/main" id="{CC259F50-FF88-8A52-A7A2-B916E54D0007}"/>
              </a:ext>
            </a:extLst>
          </p:cNvPr>
          <p:cNvSpPr>
            <a:spLocks noGrp="1"/>
          </p:cNvSpPr>
          <p:nvPr>
            <p:ph type="body" sz="quarter" idx="64"/>
          </p:nvPr>
        </p:nvSpPr>
        <p:spPr>
          <a:xfrm>
            <a:off x="320721" y="4709762"/>
            <a:ext cx="1131651" cy="219456"/>
          </a:xfrm>
          <a:prstGeom prst="roundRect">
            <a:avLst>
              <a:gd name="adj" fmla="val 50000"/>
            </a:avLst>
          </a:prstGeom>
          <a:solidFill>
            <a:srgbClr val="C03BC4"/>
          </a:solidFill>
          <a:ln w="12700">
            <a:solidFill>
              <a:srgbClr val="C03BC4"/>
            </a:solidFill>
          </a:ln>
          <a:effectLst>
            <a:outerShdw blurRad="63500" dist="63500" dir="2700000" algn="tl" rotWithShape="0">
              <a:prstClr val="black">
                <a:alpha val="20000"/>
              </a:prstClr>
            </a:outerShdw>
          </a:effectLst>
        </p:spPr>
        <p:txBody>
          <a:bodyPr lIns="0" tIns="36576" rIns="0" bIns="36576" anchor="ctr">
            <a:noAutofit/>
          </a:bodyPr>
          <a:lstStyle>
            <a:lvl1pPr marL="0" indent="0" algn="ctr">
              <a:buNone/>
              <a:defRPr sz="900">
                <a:solidFill>
                  <a:schemeClr val="bg1"/>
                </a:solidFill>
                <a:latin typeface="+mj-lt"/>
              </a:defRPr>
            </a:lvl1pPr>
            <a:lvl2pPr marL="228600" indent="0">
              <a:buNone/>
              <a:defRPr/>
            </a:lvl2pPr>
          </a:lstStyle>
          <a:p>
            <a:pPr lvl="0"/>
            <a:r>
              <a:rPr lang="en-US"/>
              <a:t>Click to edit</a:t>
            </a:r>
          </a:p>
        </p:txBody>
      </p:sp>
      <p:sp>
        <p:nvSpPr>
          <p:cNvPr id="104" name="Step 1 Title">
            <a:extLst>
              <a:ext uri="{FF2B5EF4-FFF2-40B4-BE49-F238E27FC236}">
                <a16:creationId xmlns:a16="http://schemas.microsoft.com/office/drawing/2014/main" id="{AAECE90F-E2FD-C50D-2380-5A623E6E68CC}"/>
              </a:ext>
            </a:extLst>
          </p:cNvPr>
          <p:cNvSpPr>
            <a:spLocks noGrp="1"/>
          </p:cNvSpPr>
          <p:nvPr userDrawn="1">
            <p:ph type="body" sz="quarter" idx="47"/>
          </p:nvPr>
        </p:nvSpPr>
        <p:spPr>
          <a:xfrm>
            <a:off x="3182890" y="1112478"/>
            <a:ext cx="2572262" cy="153888"/>
          </a:xfrm>
          <a:prstGeom prst="rect">
            <a:avLst/>
          </a:prstGeom>
          <a:noFill/>
          <a:effectLst/>
        </p:spPr>
        <p:txBody>
          <a:bodyPr lIns="0" tIns="0" rIns="0" bIns="0" anchor="ctr" anchorCtr="0">
            <a:spAutoFit/>
          </a:bodyPr>
          <a:lstStyle>
            <a:lvl1pPr marL="114300" indent="-114300" algn="l">
              <a:buSzPct val="100000"/>
              <a:buFont typeface="+mj-lt"/>
              <a:buAutoNum type="arabicPeriod"/>
              <a:defRPr sz="1000" b="0" i="0">
                <a:solidFill>
                  <a:schemeClr val="tx1"/>
                </a:solidFill>
                <a:latin typeface="+mj-lt"/>
                <a:cs typeface="Segoe UI Semibold" panose="020B0502040204020203" pitchFamily="34" charset="0"/>
              </a:defRPr>
            </a:lvl1pPr>
          </a:lstStyle>
          <a:p>
            <a:pPr lvl="0"/>
            <a:r>
              <a:rPr lang="en-US"/>
              <a:t>Click to edit Master text styles</a:t>
            </a:r>
          </a:p>
        </p:txBody>
      </p:sp>
      <p:sp>
        <p:nvSpPr>
          <p:cNvPr id="110" name="Step 1 Top">
            <a:extLst>
              <a:ext uri="{FF2B5EF4-FFF2-40B4-BE49-F238E27FC236}">
                <a16:creationId xmlns:a16="http://schemas.microsoft.com/office/drawing/2014/main" id="{A10522D6-287E-CAF9-7877-202543AC084D}"/>
              </a:ext>
            </a:extLst>
          </p:cNvPr>
          <p:cNvSpPr>
            <a:spLocks noGrp="1"/>
          </p:cNvSpPr>
          <p:nvPr userDrawn="1">
            <p:ph type="body" sz="quarter" idx="48"/>
          </p:nvPr>
        </p:nvSpPr>
        <p:spPr>
          <a:xfrm>
            <a:off x="3182890" y="1438715"/>
            <a:ext cx="2572262" cy="626701"/>
          </a:xfrm>
        </p:spPr>
        <p:txBody>
          <a:bodyPr lIns="0" tIns="0" rIns="0" bIns="0">
            <a:noAutofit/>
          </a:bodyPr>
          <a:lstStyle>
            <a:lvl1pPr marL="0" indent="0">
              <a:spcBef>
                <a:spcPts val="0"/>
              </a:spcBef>
              <a:buNone/>
              <a:defRPr sz="900"/>
            </a:lvl1pPr>
          </a:lstStyle>
          <a:p>
            <a:pPr lvl="0"/>
            <a:r>
              <a:rPr lang="en-US"/>
              <a:t>Click to edit Master text styles</a:t>
            </a:r>
          </a:p>
        </p:txBody>
      </p:sp>
      <p:sp>
        <p:nvSpPr>
          <p:cNvPr id="102" name="Text Placeholder 11">
            <a:extLst>
              <a:ext uri="{FF2B5EF4-FFF2-40B4-BE49-F238E27FC236}">
                <a16:creationId xmlns:a16="http://schemas.microsoft.com/office/drawing/2014/main" id="{899216D1-14EF-7DC6-A6A8-3649535AF5ED}"/>
              </a:ext>
            </a:extLst>
          </p:cNvPr>
          <p:cNvSpPr>
            <a:spLocks noGrp="1"/>
          </p:cNvSpPr>
          <p:nvPr>
            <p:ph type="body" sz="quarter" idx="46"/>
          </p:nvPr>
        </p:nvSpPr>
        <p:spPr>
          <a:xfrm>
            <a:off x="3182889" y="2725494"/>
            <a:ext cx="2572262" cy="712876"/>
          </a:xfrm>
          <a:prstGeom prst="roundRect">
            <a:avLst>
              <a:gd name="adj" fmla="val 9576"/>
            </a:avLst>
          </a:prstGeom>
          <a:solidFill>
            <a:schemeClr val="bg1">
              <a:lumMod val="95000"/>
              <a:alpha val="50000"/>
            </a:schemeClr>
          </a:solidFill>
        </p:spPr>
        <p:txBody>
          <a:bodyPr lIns="0" tIns="0" rIns="0" bIns="0" anchor="t">
            <a:noAutofit/>
          </a:bodyPr>
          <a:lstStyle>
            <a:lvl1pPr marL="0" indent="0">
              <a:spcBef>
                <a:spcPts val="0"/>
              </a:spcBef>
              <a:spcAft>
                <a:spcPts val="100"/>
              </a:spcAft>
              <a:buNone/>
              <a:defRPr sz="900"/>
            </a:lvl1pPr>
            <a:lvl2pPr marL="0" indent="0">
              <a:spcBef>
                <a:spcPts val="0"/>
              </a:spcBef>
              <a:spcAft>
                <a:spcPts val="200"/>
              </a:spcAft>
              <a:buNone/>
              <a:defRPr sz="900"/>
            </a:lvl2pPr>
            <a:lvl3pPr marL="0" indent="0">
              <a:spcBef>
                <a:spcPts val="0"/>
              </a:spcBef>
              <a:spcAft>
                <a:spcPts val="100"/>
              </a:spcAft>
              <a:buNone/>
              <a:defRPr sz="900">
                <a:latin typeface="+mj-lt"/>
              </a:defRPr>
            </a:lvl3pPr>
            <a:lvl4pPr marL="0" indent="0" algn="l">
              <a:buNone/>
              <a:defRPr sz="900">
                <a:latin typeface="+mj-lt"/>
              </a:defRPr>
            </a:lvl4pPr>
            <a:lvl5pPr>
              <a:defRPr/>
            </a:lvl5pPr>
          </a:lstStyle>
          <a:p>
            <a:pPr lvl="0"/>
            <a:r>
              <a:rPr lang="en-US"/>
              <a:t>Click to edit Master text styles</a:t>
            </a:r>
          </a:p>
          <a:p>
            <a:pPr lvl="3"/>
            <a:r>
              <a:rPr lang="en-US"/>
              <a:t>Level 2</a:t>
            </a:r>
          </a:p>
        </p:txBody>
      </p:sp>
      <p:sp>
        <p:nvSpPr>
          <p:cNvPr id="114" name="Step 1 Title">
            <a:extLst>
              <a:ext uri="{FF2B5EF4-FFF2-40B4-BE49-F238E27FC236}">
                <a16:creationId xmlns:a16="http://schemas.microsoft.com/office/drawing/2014/main" id="{AFF8CAD5-73C9-15E8-C15B-5669E59EDF22}"/>
              </a:ext>
            </a:extLst>
          </p:cNvPr>
          <p:cNvSpPr>
            <a:spLocks noGrp="1"/>
          </p:cNvSpPr>
          <p:nvPr userDrawn="1">
            <p:ph type="body" sz="quarter" idx="49"/>
          </p:nvPr>
        </p:nvSpPr>
        <p:spPr>
          <a:xfrm>
            <a:off x="6066682" y="1112478"/>
            <a:ext cx="2572262" cy="153888"/>
          </a:xfrm>
          <a:prstGeom prst="rect">
            <a:avLst/>
          </a:prstGeom>
          <a:noFill/>
          <a:effectLst/>
        </p:spPr>
        <p:txBody>
          <a:bodyPr lIns="0" tIns="0" rIns="0" bIns="0" anchor="ctr" anchorCtr="0">
            <a:spAutoFit/>
          </a:bodyPr>
          <a:lstStyle>
            <a:lvl1pPr marL="114300" indent="-114300" algn="l">
              <a:buSzPct val="100000"/>
              <a:buFont typeface="+mj-lt"/>
              <a:buAutoNum type="arabicPeriod" startAt="2"/>
              <a:defRPr sz="1000" b="0" i="0">
                <a:solidFill>
                  <a:schemeClr val="tx1"/>
                </a:solidFill>
                <a:latin typeface="+mj-lt"/>
                <a:cs typeface="Segoe UI Semibold" panose="020B0502040204020203" pitchFamily="34" charset="0"/>
              </a:defRPr>
            </a:lvl1pPr>
          </a:lstStyle>
          <a:p>
            <a:pPr lvl="0"/>
            <a:r>
              <a:rPr lang="en-US"/>
              <a:t>Click to edit Master text styles</a:t>
            </a:r>
          </a:p>
        </p:txBody>
      </p:sp>
      <p:sp>
        <p:nvSpPr>
          <p:cNvPr id="119" name="Step 1 Top">
            <a:extLst>
              <a:ext uri="{FF2B5EF4-FFF2-40B4-BE49-F238E27FC236}">
                <a16:creationId xmlns:a16="http://schemas.microsoft.com/office/drawing/2014/main" id="{CBBB447E-62C7-3EE8-58FD-A63BA4091DC2}"/>
              </a:ext>
            </a:extLst>
          </p:cNvPr>
          <p:cNvSpPr>
            <a:spLocks noGrp="1"/>
          </p:cNvSpPr>
          <p:nvPr userDrawn="1">
            <p:ph type="body" sz="quarter" idx="50"/>
          </p:nvPr>
        </p:nvSpPr>
        <p:spPr>
          <a:xfrm>
            <a:off x="6066682" y="1438715"/>
            <a:ext cx="2572262" cy="626701"/>
          </a:xfrm>
        </p:spPr>
        <p:txBody>
          <a:bodyPr lIns="0" tIns="0" rIns="0" bIns="0">
            <a:noAutofit/>
          </a:bodyPr>
          <a:lstStyle>
            <a:lvl1pPr marL="0" indent="0">
              <a:spcBef>
                <a:spcPts val="0"/>
              </a:spcBef>
              <a:buNone/>
              <a:defRPr sz="900"/>
            </a:lvl1pPr>
          </a:lstStyle>
          <a:p>
            <a:pPr lvl="0"/>
            <a:r>
              <a:rPr lang="en-US"/>
              <a:t>Click to edit Master text styles</a:t>
            </a:r>
          </a:p>
        </p:txBody>
      </p:sp>
      <p:sp>
        <p:nvSpPr>
          <p:cNvPr id="3" name="Text Placeholder 11">
            <a:extLst>
              <a:ext uri="{FF2B5EF4-FFF2-40B4-BE49-F238E27FC236}">
                <a16:creationId xmlns:a16="http://schemas.microsoft.com/office/drawing/2014/main" id="{F6E7EFF7-AB37-8C10-0D72-C219A327442B}"/>
              </a:ext>
            </a:extLst>
          </p:cNvPr>
          <p:cNvSpPr>
            <a:spLocks noGrp="1"/>
          </p:cNvSpPr>
          <p:nvPr>
            <p:ph type="body" sz="quarter" idx="66"/>
          </p:nvPr>
        </p:nvSpPr>
        <p:spPr>
          <a:xfrm>
            <a:off x="6066682" y="2725494"/>
            <a:ext cx="2572262" cy="712876"/>
          </a:xfrm>
          <a:prstGeom prst="roundRect">
            <a:avLst>
              <a:gd name="adj" fmla="val 9576"/>
            </a:avLst>
          </a:prstGeom>
          <a:solidFill>
            <a:schemeClr val="bg1">
              <a:lumMod val="95000"/>
              <a:alpha val="50000"/>
            </a:schemeClr>
          </a:solidFill>
        </p:spPr>
        <p:txBody>
          <a:bodyPr lIns="0" tIns="0" rIns="0" bIns="0" anchor="t">
            <a:noAutofit/>
          </a:bodyPr>
          <a:lstStyle>
            <a:lvl1pPr marL="0" indent="0">
              <a:spcBef>
                <a:spcPts val="0"/>
              </a:spcBef>
              <a:spcAft>
                <a:spcPts val="100"/>
              </a:spcAft>
              <a:buNone/>
              <a:defRPr sz="900"/>
            </a:lvl1pPr>
            <a:lvl2pPr marL="0" indent="0">
              <a:spcBef>
                <a:spcPts val="0"/>
              </a:spcBef>
              <a:spcAft>
                <a:spcPts val="200"/>
              </a:spcAft>
              <a:buNone/>
              <a:defRPr sz="900"/>
            </a:lvl2pPr>
            <a:lvl3pPr marL="0" indent="0">
              <a:spcBef>
                <a:spcPts val="0"/>
              </a:spcBef>
              <a:spcAft>
                <a:spcPts val="100"/>
              </a:spcAft>
              <a:buNone/>
              <a:defRPr sz="900">
                <a:latin typeface="+mj-lt"/>
              </a:defRPr>
            </a:lvl3pPr>
            <a:lvl4pPr marL="0" indent="0" algn="l">
              <a:buNone/>
              <a:defRPr sz="900">
                <a:latin typeface="+mj-lt"/>
              </a:defRPr>
            </a:lvl4pPr>
            <a:lvl5pPr>
              <a:defRPr/>
            </a:lvl5pPr>
          </a:lstStyle>
          <a:p>
            <a:pPr lvl="0"/>
            <a:r>
              <a:rPr lang="en-US"/>
              <a:t>Click to edit Master text styles</a:t>
            </a:r>
          </a:p>
          <a:p>
            <a:pPr lvl="3"/>
            <a:r>
              <a:rPr lang="en-US"/>
              <a:t>Level 2</a:t>
            </a:r>
          </a:p>
        </p:txBody>
      </p:sp>
      <p:sp>
        <p:nvSpPr>
          <p:cNvPr id="127" name="Step 1 Title">
            <a:extLst>
              <a:ext uri="{FF2B5EF4-FFF2-40B4-BE49-F238E27FC236}">
                <a16:creationId xmlns:a16="http://schemas.microsoft.com/office/drawing/2014/main" id="{DC3628C0-ED08-9682-4738-5B06F7C21C56}"/>
              </a:ext>
            </a:extLst>
          </p:cNvPr>
          <p:cNvSpPr>
            <a:spLocks noGrp="1"/>
          </p:cNvSpPr>
          <p:nvPr userDrawn="1">
            <p:ph type="body" sz="quarter" idx="52"/>
          </p:nvPr>
        </p:nvSpPr>
        <p:spPr>
          <a:xfrm>
            <a:off x="8950475" y="1112478"/>
            <a:ext cx="2572262" cy="153888"/>
          </a:xfrm>
          <a:prstGeom prst="rect">
            <a:avLst/>
          </a:prstGeom>
          <a:noFill/>
          <a:effectLst/>
        </p:spPr>
        <p:txBody>
          <a:bodyPr lIns="0" tIns="0" rIns="0" bIns="0" anchor="ctr" anchorCtr="0">
            <a:spAutoFit/>
          </a:bodyPr>
          <a:lstStyle>
            <a:lvl1pPr marL="114300" indent="-114300" algn="l">
              <a:buSzPct val="100000"/>
              <a:buFont typeface="+mj-lt"/>
              <a:buAutoNum type="arabicPeriod" startAt="3"/>
              <a:defRPr sz="1000" b="0" i="0">
                <a:solidFill>
                  <a:schemeClr val="tx1"/>
                </a:solidFill>
                <a:latin typeface="+mj-lt"/>
                <a:cs typeface="Segoe UI Semibold" panose="020B0502040204020203" pitchFamily="34" charset="0"/>
              </a:defRPr>
            </a:lvl1pPr>
          </a:lstStyle>
          <a:p>
            <a:pPr lvl="0"/>
            <a:r>
              <a:rPr lang="en-US"/>
              <a:t>Click to edit Master text styles</a:t>
            </a:r>
          </a:p>
        </p:txBody>
      </p:sp>
      <p:sp>
        <p:nvSpPr>
          <p:cNvPr id="128" name="Step 1 Top">
            <a:extLst>
              <a:ext uri="{FF2B5EF4-FFF2-40B4-BE49-F238E27FC236}">
                <a16:creationId xmlns:a16="http://schemas.microsoft.com/office/drawing/2014/main" id="{E91EBCF2-F3C6-3640-61AD-0C42AE3B6C92}"/>
              </a:ext>
            </a:extLst>
          </p:cNvPr>
          <p:cNvSpPr>
            <a:spLocks noGrp="1"/>
          </p:cNvSpPr>
          <p:nvPr userDrawn="1">
            <p:ph type="body" sz="quarter" idx="53"/>
          </p:nvPr>
        </p:nvSpPr>
        <p:spPr>
          <a:xfrm>
            <a:off x="8950475" y="1438715"/>
            <a:ext cx="2572262" cy="626701"/>
          </a:xfrm>
        </p:spPr>
        <p:txBody>
          <a:bodyPr lIns="0" tIns="0" rIns="0" bIns="0">
            <a:noAutofit/>
          </a:bodyPr>
          <a:lstStyle>
            <a:lvl1pPr marL="0" indent="0">
              <a:spcBef>
                <a:spcPts val="0"/>
              </a:spcBef>
              <a:buNone/>
              <a:defRPr sz="900"/>
            </a:lvl1pPr>
          </a:lstStyle>
          <a:p>
            <a:pPr lvl="0"/>
            <a:r>
              <a:rPr lang="en-US"/>
              <a:t>Click to edit Master text styles</a:t>
            </a:r>
          </a:p>
        </p:txBody>
      </p:sp>
      <p:sp>
        <p:nvSpPr>
          <p:cNvPr id="4" name="Text Placeholder 11">
            <a:extLst>
              <a:ext uri="{FF2B5EF4-FFF2-40B4-BE49-F238E27FC236}">
                <a16:creationId xmlns:a16="http://schemas.microsoft.com/office/drawing/2014/main" id="{6820393F-A448-2E4C-089D-807F9DC2A07E}"/>
              </a:ext>
            </a:extLst>
          </p:cNvPr>
          <p:cNvSpPr>
            <a:spLocks noGrp="1"/>
          </p:cNvSpPr>
          <p:nvPr>
            <p:ph type="body" sz="quarter" idx="67"/>
          </p:nvPr>
        </p:nvSpPr>
        <p:spPr>
          <a:xfrm>
            <a:off x="8950475" y="2725494"/>
            <a:ext cx="2572262" cy="712876"/>
          </a:xfrm>
          <a:prstGeom prst="roundRect">
            <a:avLst>
              <a:gd name="adj" fmla="val 9576"/>
            </a:avLst>
          </a:prstGeom>
          <a:solidFill>
            <a:schemeClr val="bg1">
              <a:lumMod val="95000"/>
              <a:alpha val="50000"/>
            </a:schemeClr>
          </a:solidFill>
        </p:spPr>
        <p:txBody>
          <a:bodyPr lIns="0" tIns="0" rIns="0" bIns="0" anchor="t">
            <a:noAutofit/>
          </a:bodyPr>
          <a:lstStyle>
            <a:lvl1pPr marL="0" indent="0">
              <a:spcBef>
                <a:spcPts val="0"/>
              </a:spcBef>
              <a:spcAft>
                <a:spcPts val="100"/>
              </a:spcAft>
              <a:buNone/>
              <a:defRPr sz="900"/>
            </a:lvl1pPr>
            <a:lvl2pPr marL="0" indent="0">
              <a:spcBef>
                <a:spcPts val="0"/>
              </a:spcBef>
              <a:spcAft>
                <a:spcPts val="200"/>
              </a:spcAft>
              <a:buNone/>
              <a:defRPr sz="900"/>
            </a:lvl2pPr>
            <a:lvl3pPr marL="0" indent="0">
              <a:spcBef>
                <a:spcPts val="0"/>
              </a:spcBef>
              <a:spcAft>
                <a:spcPts val="100"/>
              </a:spcAft>
              <a:buNone/>
              <a:defRPr sz="900">
                <a:latin typeface="+mj-lt"/>
              </a:defRPr>
            </a:lvl3pPr>
            <a:lvl4pPr marL="0" indent="0" algn="l">
              <a:buNone/>
              <a:defRPr sz="900">
                <a:latin typeface="+mj-lt"/>
              </a:defRPr>
            </a:lvl4pPr>
            <a:lvl5pPr>
              <a:defRPr/>
            </a:lvl5pPr>
          </a:lstStyle>
          <a:p>
            <a:pPr lvl="0"/>
            <a:r>
              <a:rPr lang="en-US"/>
              <a:t>Click to edit Master text styles</a:t>
            </a:r>
          </a:p>
          <a:p>
            <a:pPr lvl="3"/>
            <a:r>
              <a:rPr lang="en-US"/>
              <a:t>Level 2</a:t>
            </a:r>
          </a:p>
        </p:txBody>
      </p:sp>
      <p:sp>
        <p:nvSpPr>
          <p:cNvPr id="145" name="Footnote">
            <a:extLst>
              <a:ext uri="{FF2B5EF4-FFF2-40B4-BE49-F238E27FC236}">
                <a16:creationId xmlns:a16="http://schemas.microsoft.com/office/drawing/2014/main" id="{EFC765AC-7584-A8D3-1059-43D998733533}"/>
              </a:ext>
            </a:extLst>
          </p:cNvPr>
          <p:cNvSpPr txBox="1">
            <a:spLocks/>
          </p:cNvSpPr>
          <p:nvPr userDrawn="1"/>
        </p:nvSpPr>
        <p:spPr>
          <a:xfrm>
            <a:off x="320040" y="6309360"/>
            <a:ext cx="9597418" cy="430887"/>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7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700" b="0" i="0" u="none" strike="noStrike" kern="1200" cap="none" spc="0" normalizeH="0" baseline="30000" noProof="0" dirty="0">
                <a:ln>
                  <a:noFill/>
                </a:ln>
                <a:solidFill>
                  <a:srgbClr val="000000"/>
                </a:solidFill>
                <a:effectLst/>
                <a:uLnTx/>
                <a:uFillTx/>
                <a:latin typeface="Segoe UI"/>
                <a:ea typeface="+mn-ea"/>
                <a:cs typeface="Segoe UI" panose="020B0502040204020203" pitchFamily="34" charset="0"/>
              </a:rPr>
              <a:t>1</a:t>
            </a:r>
            <a:r>
              <a:rPr kumimoji="0" lang="en-US" sz="7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Access M365 Copilot Chat at </a:t>
            </a:r>
            <a:r>
              <a:rPr kumimoji="0" lang="en-US" sz="7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hlinkClick r:id="rId2"/>
              </a:rPr>
              <a:t>m365copilot.com</a:t>
            </a:r>
            <a:r>
              <a:rPr kumimoji="0" lang="en-US" sz="7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 or the Microsoft 365 Copilot Chat mobile app and set toggle to “Web”.</a:t>
            </a:r>
          </a:p>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700" b="0" i="0" u="none" strike="noStrike" kern="1200" cap="none" spc="0" normalizeH="0" baseline="30000" noProof="0" dirty="0">
                <a:ln>
                  <a:noFill/>
                </a:ln>
                <a:solidFill>
                  <a:srgbClr val="000000"/>
                </a:solidFill>
                <a:effectLst/>
                <a:uLnTx/>
                <a:uFillTx/>
                <a:latin typeface="Segoe UI"/>
                <a:ea typeface="+mn-ea"/>
                <a:cs typeface="Segoe UI" panose="020B0502040204020203" pitchFamily="34" charset="0"/>
              </a:rPr>
              <a:t>2</a:t>
            </a:r>
            <a:r>
              <a:rPr kumimoji="0" lang="en-US" sz="7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Access M365 Copilot Chat at </a:t>
            </a:r>
            <a:r>
              <a:rPr kumimoji="0" lang="en-US" sz="7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hlinkClick r:id="rId2"/>
              </a:rPr>
              <a:t>m365copilot.com</a:t>
            </a:r>
            <a:r>
              <a:rPr kumimoji="0" lang="en-US" sz="7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 the Microsoft 365 Copilot Chat mobile app, or the M365 Copilot Chat app in Teams, and set toggle to “Work”.</a:t>
            </a:r>
          </a:p>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700" b="0" i="0" u="none" strike="noStrike" kern="1200" cap="none" spc="0" normalizeH="0" baseline="30000" noProof="0" dirty="0">
                <a:ln>
                  <a:noFill/>
                </a:ln>
                <a:solidFill>
                  <a:srgbClr val="000000"/>
                </a:solidFill>
                <a:effectLst/>
                <a:uLnTx/>
                <a:uFillTx/>
                <a:latin typeface="Segoe UI"/>
                <a:ea typeface="+mn-ea"/>
                <a:cs typeface="Segoe UI" panose="020B0502040204020203" pitchFamily="34" charset="0"/>
              </a:rPr>
              <a:t>3</a:t>
            </a:r>
            <a:r>
              <a:rPr kumimoji="0" lang="en-US" sz="7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AI Agents allow Copilot to access your organization-specific apps. In the past this would have required an API call to get data from a system of record.</a:t>
            </a:r>
          </a:p>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7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The content in this example scenario is for demonstration purposes only. You should evaluate how Copilot aligns with your organization’s business processes, regulatory requirements, and responsible AI principles.</a:t>
            </a:r>
          </a:p>
        </p:txBody>
      </p:sp>
    </p:spTree>
    <p:extLst>
      <p:ext uri="{BB962C8B-B14F-4D97-AF65-F5344CB8AC3E}">
        <p14:creationId xmlns:p14="http://schemas.microsoft.com/office/powerpoint/2010/main" val="336991043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8">
          <p15:clr>
            <a:srgbClr val="A4A3A4"/>
          </p15:clr>
        </p15:guide>
        <p15:guide id="11" pos="2150">
          <p15:clr>
            <a:srgbClr val="A4A3A4"/>
          </p15:clr>
        </p15:guide>
        <p15:guide id="12" pos="2561">
          <p15:clr>
            <a:srgbClr val="A4A3A4"/>
          </p15:clr>
        </p15:guide>
        <p15:guide id="13" pos="2760">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4">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888">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ay in the life six steps">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hasCustomPrompt="1"/>
          </p:nvPr>
        </p:nvSpPr>
        <p:spPr>
          <a:xfrm>
            <a:off x="584200" y="387766"/>
            <a:ext cx="5672544" cy="526298"/>
          </a:xfrm>
        </p:spPr>
        <p:txBody>
          <a:bodyPr tIns="0"/>
          <a:lstStyle>
            <a:lvl1pPr>
              <a:lnSpc>
                <a:spcPct val="95000"/>
              </a:lnSpc>
              <a:defRPr sz="1800" spc="0">
                <a:latin typeface="+mj-lt"/>
                <a:cs typeface="Segoe UI" panose="020B0502040204020203" pitchFamily="34" charset="0"/>
              </a:defRPr>
            </a:lvl1pPr>
          </a:lstStyle>
          <a:p>
            <a:r>
              <a:rPr lang="en-US"/>
              <a:t>Click to edit Master title style; can be up to two lines long; lorem ipsum dolor sit </a:t>
            </a:r>
            <a:r>
              <a:rPr lang="en-US" err="1"/>
              <a:t>amet</a:t>
            </a:r>
            <a:r>
              <a:rPr lang="en-US"/>
              <a:t> </a:t>
            </a:r>
            <a:r>
              <a:rPr lang="en-US" err="1"/>
              <a:t>consectetur</a:t>
            </a:r>
            <a:endParaRPr lang="en-US"/>
          </a:p>
        </p:txBody>
      </p:sp>
      <p:sp>
        <p:nvSpPr>
          <p:cNvPr id="75" name="Scenario Level">
            <a:extLst>
              <a:ext uri="{FF2B5EF4-FFF2-40B4-BE49-F238E27FC236}">
                <a16:creationId xmlns:a16="http://schemas.microsoft.com/office/drawing/2014/main" id="{1BB75DAB-4D8A-2933-BB52-0C94AA4816E3}"/>
              </a:ext>
            </a:extLst>
          </p:cNvPr>
          <p:cNvSpPr txBox="1"/>
          <p:nvPr userDrawn="1"/>
        </p:nvSpPr>
        <p:spPr>
          <a:xfrm>
            <a:off x="10955436" y="351933"/>
            <a:ext cx="931764" cy="153888"/>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1" u="none" strike="noStrike" kern="1200" cap="none" spc="0" normalizeH="0" baseline="0" noProof="0" dirty="0">
                <a:ln>
                  <a:noFill/>
                </a:ln>
                <a:solidFill>
                  <a:srgbClr val="000000"/>
                </a:solidFill>
                <a:effectLst/>
                <a:uLnTx/>
                <a:uFillTx/>
                <a:latin typeface="Segoe UI Semibold" panose="020B0502040204020203" pitchFamily="34" charset="0"/>
                <a:cs typeface="Segoe UI Semibold" panose="020B0502040204020203" pitchFamily="34" charset="0"/>
              </a:rPr>
              <a:t>Scenario level:</a:t>
            </a:r>
          </a:p>
        </p:txBody>
      </p:sp>
      <p:sp>
        <p:nvSpPr>
          <p:cNvPr id="3" name="Level">
            <a:extLst>
              <a:ext uri="{FF2B5EF4-FFF2-40B4-BE49-F238E27FC236}">
                <a16:creationId xmlns:a16="http://schemas.microsoft.com/office/drawing/2014/main" id="{78D71A05-3479-3DEB-1227-2FC98983A80C}"/>
              </a:ext>
            </a:extLst>
          </p:cNvPr>
          <p:cNvSpPr>
            <a:spLocks noGrp="1"/>
          </p:cNvSpPr>
          <p:nvPr>
            <p:ph type="body" sz="quarter" idx="37" hasCustomPrompt="1"/>
          </p:nvPr>
        </p:nvSpPr>
        <p:spPr>
          <a:xfrm>
            <a:off x="10430234" y="521099"/>
            <a:ext cx="1456966" cy="175614"/>
          </a:xfrm>
        </p:spPr>
        <p:txBody>
          <a:bodyPr/>
          <a:lstStyle>
            <a:lvl1pPr marL="0" indent="0" algn="r">
              <a:spcBef>
                <a:spcPts val="0"/>
              </a:spcBef>
              <a:buNone/>
              <a:defRPr sz="1100" b="1" i="0" spc="-20" baseline="0">
                <a:solidFill>
                  <a:srgbClr val="0078D4"/>
                </a:solidFill>
                <a:latin typeface="Segoe UI Semibold" panose="020B0502040204020203" pitchFamily="34" charset="0"/>
                <a:cs typeface="Segoe UI Semibold" panose="020B0502040204020203" pitchFamily="34" charset="0"/>
              </a:defRPr>
            </a:lvl1pPr>
            <a:lvl2pPr marL="228600" indent="0" algn="r">
              <a:spcBef>
                <a:spcPts val="0"/>
              </a:spcBef>
              <a:buNone/>
              <a:defRPr sz="1100" spc="-20" baseline="0">
                <a:solidFill>
                  <a:srgbClr val="B1B3B3"/>
                </a:solidFill>
              </a:defRPr>
            </a:lvl2pPr>
            <a:lvl3pPr algn="r">
              <a:defRPr/>
            </a:lvl3pPr>
            <a:lvl4pPr algn="r">
              <a:defRPr/>
            </a:lvl4pPr>
            <a:lvl5pPr algn="r">
              <a:defRPr/>
            </a:lvl5pPr>
          </a:lstStyle>
          <a:p>
            <a:r>
              <a:rPr lang="en-US"/>
              <a:t>Buy</a:t>
            </a:r>
          </a:p>
        </p:txBody>
      </p:sp>
      <p:sp>
        <p:nvSpPr>
          <p:cNvPr id="84" name="Available With">
            <a:extLst>
              <a:ext uri="{FF2B5EF4-FFF2-40B4-BE49-F238E27FC236}">
                <a16:creationId xmlns:a16="http://schemas.microsoft.com/office/drawing/2014/main" id="{8D8427AA-F015-D373-46E2-2EB1053D80CE}"/>
              </a:ext>
            </a:extLst>
          </p:cNvPr>
          <p:cNvSpPr txBox="1"/>
          <p:nvPr userDrawn="1"/>
        </p:nvSpPr>
        <p:spPr>
          <a:xfrm>
            <a:off x="9187165" y="351933"/>
            <a:ext cx="931764" cy="153888"/>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1" u="none" strike="noStrike" kern="1200" cap="none" spc="0" normalizeH="0" baseline="0" noProof="0" dirty="0">
                <a:ln>
                  <a:noFill/>
                </a:ln>
                <a:solidFill>
                  <a:srgbClr val="000000"/>
                </a:solidFill>
                <a:effectLst/>
                <a:uLnTx/>
                <a:uFillTx/>
                <a:latin typeface="Segoe UI Semibold" panose="020B0502040204020203" pitchFamily="34" charset="0"/>
                <a:cs typeface="Segoe UI Semibold" panose="020B0502040204020203" pitchFamily="34" charset="0"/>
              </a:rPr>
              <a:t>Available with:</a:t>
            </a:r>
          </a:p>
        </p:txBody>
      </p:sp>
      <p:cxnSp>
        <p:nvCxnSpPr>
          <p:cNvPr id="86" name="Straight Connector 85">
            <a:extLst>
              <a:ext uri="{FF2B5EF4-FFF2-40B4-BE49-F238E27FC236}">
                <a16:creationId xmlns:a16="http://schemas.microsoft.com/office/drawing/2014/main" id="{4216CED8-8F45-B380-FB1B-B9408979340F}"/>
              </a:ext>
            </a:extLst>
          </p:cNvPr>
          <p:cNvCxnSpPr/>
          <p:nvPr userDrawn="1"/>
        </p:nvCxnSpPr>
        <p:spPr>
          <a:xfrm>
            <a:off x="10357672" y="358721"/>
            <a:ext cx="0" cy="331655"/>
          </a:xfrm>
          <a:prstGeom prst="line">
            <a:avLst/>
          </a:prstGeom>
          <a:ln>
            <a:solidFill>
              <a:srgbClr val="B1B3B3"/>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03" name="License">
            <a:extLst>
              <a:ext uri="{FF2B5EF4-FFF2-40B4-BE49-F238E27FC236}">
                <a16:creationId xmlns:a16="http://schemas.microsoft.com/office/drawing/2014/main" id="{6B562108-00FE-5F42-7550-13BB7DE58EA1}"/>
              </a:ext>
            </a:extLst>
          </p:cNvPr>
          <p:cNvSpPr>
            <a:spLocks noGrp="1"/>
          </p:cNvSpPr>
          <p:nvPr>
            <p:ph type="body" sz="quarter" idx="17" hasCustomPrompt="1"/>
          </p:nvPr>
        </p:nvSpPr>
        <p:spPr>
          <a:xfrm>
            <a:off x="6519107" y="521099"/>
            <a:ext cx="3599821" cy="169277"/>
          </a:xfrm>
        </p:spPr>
        <p:txBody>
          <a:bodyPr/>
          <a:lstStyle>
            <a:lvl1pPr marL="0" indent="0" algn="r">
              <a:spcBef>
                <a:spcPts val="0"/>
              </a:spcBef>
              <a:buNone/>
              <a:defRPr sz="1100" b="1" i="0" spc="-20" baseline="0">
                <a:solidFill>
                  <a:srgbClr val="C03BC4"/>
                </a:solidFill>
                <a:latin typeface="Segoe UI Semibold" panose="020B0502040204020203" pitchFamily="34" charset="0"/>
                <a:cs typeface="Segoe UI Semibold" panose="020B0502040204020203" pitchFamily="34" charset="0"/>
              </a:defRPr>
            </a:lvl1pPr>
            <a:lvl2pPr marL="228600" indent="0" algn="r">
              <a:spcBef>
                <a:spcPts val="0"/>
              </a:spcBef>
              <a:buNone/>
              <a:defRPr sz="1100" spc="-20" baseline="0">
                <a:solidFill>
                  <a:srgbClr val="B1B3B3"/>
                </a:solidFill>
              </a:defRPr>
            </a:lvl2pPr>
            <a:lvl3pPr algn="r">
              <a:defRPr/>
            </a:lvl3pPr>
            <a:lvl4pPr algn="r">
              <a:defRPr/>
            </a:lvl4pPr>
            <a:lvl5pPr algn="r">
              <a:defRPr/>
            </a:lvl5pPr>
          </a:lstStyle>
          <a:p>
            <a:pPr lvl="0"/>
            <a:r>
              <a:rPr lang="en-US"/>
              <a:t>Microsoft 365 Copilot</a:t>
            </a:r>
          </a:p>
        </p:txBody>
      </p:sp>
      <p:sp>
        <p:nvSpPr>
          <p:cNvPr id="119" name="Freeform: Shape 2">
            <a:extLst>
              <a:ext uri="{FF2B5EF4-FFF2-40B4-BE49-F238E27FC236}">
                <a16:creationId xmlns:a16="http://schemas.microsoft.com/office/drawing/2014/main" id="{DFCC0CE5-9BBF-33A2-43D3-995556541219}"/>
              </a:ext>
              <a:ext uri="{C183D7F6-B498-43B3-948B-1728B52AA6E4}">
                <adec:decorative xmlns:adec="http://schemas.microsoft.com/office/drawing/2017/decorative" val="1"/>
              </a:ext>
            </a:extLst>
          </p:cNvPr>
          <p:cNvSpPr/>
          <p:nvPr userDrawn="1"/>
        </p:nvSpPr>
        <p:spPr bwMode="auto">
          <a:xfrm>
            <a:off x="-1" y="1857513"/>
            <a:ext cx="10010265" cy="2453282"/>
          </a:xfrm>
          <a:custGeom>
            <a:avLst/>
            <a:gdLst>
              <a:gd name="connsiteX0" fmla="*/ 0 w 9070975"/>
              <a:gd name="connsiteY0" fmla="*/ 0 h 2491048"/>
              <a:gd name="connsiteX1" fmla="*/ 8850592 w 9070975"/>
              <a:gd name="connsiteY1" fmla="*/ 0 h 2491048"/>
              <a:gd name="connsiteX2" fmla="*/ 9070975 w 9070975"/>
              <a:gd name="connsiteY2" fmla="*/ 220383 h 2491048"/>
              <a:gd name="connsiteX3" fmla="*/ 9070975 w 9070975"/>
              <a:gd name="connsiteY3" fmla="*/ 2270665 h 2491048"/>
              <a:gd name="connsiteX4" fmla="*/ 8850592 w 9070975"/>
              <a:gd name="connsiteY4" fmla="*/ 2491048 h 2491048"/>
              <a:gd name="connsiteX5" fmla="*/ 0 w 9070975"/>
              <a:gd name="connsiteY5" fmla="*/ 2491048 h 2491048"/>
              <a:gd name="connsiteX0" fmla="*/ 25400 w 9096375"/>
              <a:gd name="connsiteY0" fmla="*/ 0 h 2491048"/>
              <a:gd name="connsiteX1" fmla="*/ 8875992 w 9096375"/>
              <a:gd name="connsiteY1" fmla="*/ 0 h 2491048"/>
              <a:gd name="connsiteX2" fmla="*/ 9096375 w 9096375"/>
              <a:gd name="connsiteY2" fmla="*/ 220383 h 2491048"/>
              <a:gd name="connsiteX3" fmla="*/ 9096375 w 9096375"/>
              <a:gd name="connsiteY3" fmla="*/ 2270665 h 2491048"/>
              <a:gd name="connsiteX4" fmla="*/ 8875992 w 9096375"/>
              <a:gd name="connsiteY4" fmla="*/ 2491048 h 2491048"/>
              <a:gd name="connsiteX5" fmla="*/ 25400 w 9096375"/>
              <a:gd name="connsiteY5" fmla="*/ 2491048 h 2491048"/>
              <a:gd name="connsiteX6" fmla="*/ 0 w 9096375"/>
              <a:gd name="connsiteY6" fmla="*/ 1182948 h 2491048"/>
              <a:gd name="connsiteX7" fmla="*/ 25400 w 9096375"/>
              <a:gd name="connsiteY7" fmla="*/ 0 h 2491048"/>
              <a:gd name="connsiteX0" fmla="*/ 0 w 9096375"/>
              <a:gd name="connsiteY0" fmla="*/ 1182948 h 2491048"/>
              <a:gd name="connsiteX1" fmla="*/ 25400 w 9096375"/>
              <a:gd name="connsiteY1" fmla="*/ 0 h 2491048"/>
              <a:gd name="connsiteX2" fmla="*/ 8875992 w 9096375"/>
              <a:gd name="connsiteY2" fmla="*/ 0 h 2491048"/>
              <a:gd name="connsiteX3" fmla="*/ 9096375 w 9096375"/>
              <a:gd name="connsiteY3" fmla="*/ 220383 h 2491048"/>
              <a:gd name="connsiteX4" fmla="*/ 9096375 w 9096375"/>
              <a:gd name="connsiteY4" fmla="*/ 2270665 h 2491048"/>
              <a:gd name="connsiteX5" fmla="*/ 8875992 w 9096375"/>
              <a:gd name="connsiteY5" fmla="*/ 2491048 h 2491048"/>
              <a:gd name="connsiteX6" fmla="*/ 25400 w 9096375"/>
              <a:gd name="connsiteY6" fmla="*/ 2491048 h 2491048"/>
              <a:gd name="connsiteX7" fmla="*/ 91440 w 9096375"/>
              <a:gd name="connsiteY7" fmla="*/ 1274388 h 2491048"/>
              <a:gd name="connsiteX0" fmla="*/ 0 w 9096375"/>
              <a:gd name="connsiteY0" fmla="*/ 1182948 h 2491048"/>
              <a:gd name="connsiteX1" fmla="*/ 25400 w 9096375"/>
              <a:gd name="connsiteY1" fmla="*/ 0 h 2491048"/>
              <a:gd name="connsiteX2" fmla="*/ 8875992 w 9096375"/>
              <a:gd name="connsiteY2" fmla="*/ 0 h 2491048"/>
              <a:gd name="connsiteX3" fmla="*/ 9096375 w 9096375"/>
              <a:gd name="connsiteY3" fmla="*/ 220383 h 2491048"/>
              <a:gd name="connsiteX4" fmla="*/ 9096375 w 9096375"/>
              <a:gd name="connsiteY4" fmla="*/ 2270665 h 2491048"/>
              <a:gd name="connsiteX5" fmla="*/ 8875992 w 9096375"/>
              <a:gd name="connsiteY5" fmla="*/ 2491048 h 2491048"/>
              <a:gd name="connsiteX6" fmla="*/ 25400 w 9096375"/>
              <a:gd name="connsiteY6" fmla="*/ 2491048 h 2491048"/>
              <a:gd name="connsiteX0" fmla="*/ 0 w 9070975"/>
              <a:gd name="connsiteY0" fmla="*/ 0 h 2491048"/>
              <a:gd name="connsiteX1" fmla="*/ 8850592 w 9070975"/>
              <a:gd name="connsiteY1" fmla="*/ 0 h 2491048"/>
              <a:gd name="connsiteX2" fmla="*/ 9070975 w 9070975"/>
              <a:gd name="connsiteY2" fmla="*/ 220383 h 2491048"/>
              <a:gd name="connsiteX3" fmla="*/ 9070975 w 9070975"/>
              <a:gd name="connsiteY3" fmla="*/ 2270665 h 2491048"/>
              <a:gd name="connsiteX4" fmla="*/ 8850592 w 9070975"/>
              <a:gd name="connsiteY4" fmla="*/ 2491048 h 2491048"/>
              <a:gd name="connsiteX5" fmla="*/ 0 w 9070975"/>
              <a:gd name="connsiteY5" fmla="*/ 2491048 h 2491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070975" h="2491048">
                <a:moveTo>
                  <a:pt x="0" y="0"/>
                </a:moveTo>
                <a:lnTo>
                  <a:pt x="8850592" y="0"/>
                </a:lnTo>
                <a:cubicBezTo>
                  <a:pt x="8972306" y="0"/>
                  <a:pt x="9070975" y="98669"/>
                  <a:pt x="9070975" y="220383"/>
                </a:cubicBezTo>
                <a:lnTo>
                  <a:pt x="9070975" y="2270665"/>
                </a:lnTo>
                <a:cubicBezTo>
                  <a:pt x="9070975" y="2392379"/>
                  <a:pt x="8972306" y="2491048"/>
                  <a:pt x="8850592" y="2491048"/>
                </a:cubicBezTo>
                <a:lnTo>
                  <a:pt x="0" y="2491048"/>
                </a:lnTo>
              </a:path>
            </a:pathLst>
          </a:custGeom>
          <a:ln w="15875" cap="flat">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Segoe UI"/>
              <a:ea typeface="+mn-ea"/>
              <a:cs typeface="Segoe UI" pitchFamily="34" charset="0"/>
            </a:endParaRPr>
          </a:p>
        </p:txBody>
      </p:sp>
      <p:grpSp>
        <p:nvGrpSpPr>
          <p:cNvPr id="147" name="Group 146">
            <a:extLst>
              <a:ext uri="{FF2B5EF4-FFF2-40B4-BE49-F238E27FC236}">
                <a16:creationId xmlns:a16="http://schemas.microsoft.com/office/drawing/2014/main" id="{F3E1CBA9-BB11-EF2E-649E-27B49E82FE86}"/>
              </a:ext>
            </a:extLst>
          </p:cNvPr>
          <p:cNvGrpSpPr/>
          <p:nvPr userDrawn="1"/>
        </p:nvGrpSpPr>
        <p:grpSpPr>
          <a:xfrm>
            <a:off x="3476832" y="1793093"/>
            <a:ext cx="166152" cy="166152"/>
            <a:chOff x="5214995" y="-1168400"/>
            <a:chExt cx="431800" cy="431800"/>
          </a:xfrm>
        </p:grpSpPr>
        <p:sp>
          <p:nvSpPr>
            <p:cNvPr id="148" name="Oval 147">
              <a:extLst>
                <a:ext uri="{FF2B5EF4-FFF2-40B4-BE49-F238E27FC236}">
                  <a16:creationId xmlns:a16="http://schemas.microsoft.com/office/drawing/2014/main" id="{E54C8AC7-0DF2-A7B4-59BC-354BDE9A823D}"/>
                </a:ext>
              </a:extLst>
            </p:cNvPr>
            <p:cNvSpPr/>
            <p:nvPr/>
          </p:nvSpPr>
          <p:spPr bwMode="auto">
            <a:xfrm>
              <a:off x="5214995" y="-1168400"/>
              <a:ext cx="431800" cy="431800"/>
            </a:xfrm>
            <a:prstGeom prst="ellipse">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UI"/>
                <a:ea typeface="Segoe UI" pitchFamily="34" charset="0"/>
                <a:cs typeface="Segoe UI" pitchFamily="34" charset="0"/>
              </a:endParaRPr>
            </a:p>
          </p:txBody>
        </p:sp>
        <p:sp>
          <p:nvSpPr>
            <p:cNvPr id="149" name="Rectangle 89">
              <a:extLst>
                <a:ext uri="{FF2B5EF4-FFF2-40B4-BE49-F238E27FC236}">
                  <a16:creationId xmlns:a16="http://schemas.microsoft.com/office/drawing/2014/main" id="{F0376496-3125-ED18-7608-C142A0C35F33}"/>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Segoe UI"/>
                <a:ea typeface="+mn-ea"/>
                <a:cs typeface="Segoe UI" pitchFamily="34" charset="0"/>
              </a:endParaRPr>
            </a:p>
          </p:txBody>
        </p:sp>
      </p:grpSp>
      <p:grpSp>
        <p:nvGrpSpPr>
          <p:cNvPr id="150" name="Group 149">
            <a:extLst>
              <a:ext uri="{FF2B5EF4-FFF2-40B4-BE49-F238E27FC236}">
                <a16:creationId xmlns:a16="http://schemas.microsoft.com/office/drawing/2014/main" id="{3D3E10AB-B82F-F7E8-A33D-8AF61C784420}"/>
              </a:ext>
            </a:extLst>
          </p:cNvPr>
          <p:cNvGrpSpPr/>
          <p:nvPr userDrawn="1"/>
        </p:nvGrpSpPr>
        <p:grpSpPr>
          <a:xfrm>
            <a:off x="6669529" y="1793093"/>
            <a:ext cx="166152" cy="166152"/>
            <a:chOff x="5214995" y="-1168400"/>
            <a:chExt cx="431800" cy="431800"/>
          </a:xfrm>
        </p:grpSpPr>
        <p:sp>
          <p:nvSpPr>
            <p:cNvPr id="151" name="Oval 150">
              <a:extLst>
                <a:ext uri="{FF2B5EF4-FFF2-40B4-BE49-F238E27FC236}">
                  <a16:creationId xmlns:a16="http://schemas.microsoft.com/office/drawing/2014/main" id="{CC526CF7-4F8D-6DB9-E3E9-2381E7AFAF4A}"/>
                </a:ext>
              </a:extLst>
            </p:cNvPr>
            <p:cNvSpPr/>
            <p:nvPr/>
          </p:nvSpPr>
          <p:spPr bwMode="auto">
            <a:xfrm>
              <a:off x="5214995" y="-1168400"/>
              <a:ext cx="431800" cy="431800"/>
            </a:xfrm>
            <a:prstGeom prst="ellipse">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UI"/>
                <a:ea typeface="+mn-ea"/>
                <a:cs typeface="Segoe UI" pitchFamily="34" charset="0"/>
              </a:endParaRPr>
            </a:p>
          </p:txBody>
        </p:sp>
        <p:sp>
          <p:nvSpPr>
            <p:cNvPr id="152" name="Rectangle 89">
              <a:extLst>
                <a:ext uri="{FF2B5EF4-FFF2-40B4-BE49-F238E27FC236}">
                  <a16:creationId xmlns:a16="http://schemas.microsoft.com/office/drawing/2014/main" id="{63E3BD4D-8045-49DC-2041-46643AE5ED02}"/>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Segoe UI"/>
                <a:ea typeface="+mn-ea"/>
                <a:cs typeface="Segoe UI" pitchFamily="34" charset="0"/>
              </a:endParaRPr>
            </a:p>
          </p:txBody>
        </p:sp>
      </p:grpSp>
      <p:grpSp>
        <p:nvGrpSpPr>
          <p:cNvPr id="153" name="Group 152">
            <a:extLst>
              <a:ext uri="{FF2B5EF4-FFF2-40B4-BE49-F238E27FC236}">
                <a16:creationId xmlns:a16="http://schemas.microsoft.com/office/drawing/2014/main" id="{816F1C59-4D7D-3BDD-0560-654E11A9B15E}"/>
              </a:ext>
            </a:extLst>
          </p:cNvPr>
          <p:cNvGrpSpPr/>
          <p:nvPr userDrawn="1"/>
        </p:nvGrpSpPr>
        <p:grpSpPr>
          <a:xfrm flipH="1">
            <a:off x="3476832" y="4248344"/>
            <a:ext cx="166152" cy="166152"/>
            <a:chOff x="5214995" y="-1168400"/>
            <a:chExt cx="431800" cy="431800"/>
          </a:xfrm>
        </p:grpSpPr>
        <p:sp>
          <p:nvSpPr>
            <p:cNvPr id="154" name="Oval 153">
              <a:extLst>
                <a:ext uri="{FF2B5EF4-FFF2-40B4-BE49-F238E27FC236}">
                  <a16:creationId xmlns:a16="http://schemas.microsoft.com/office/drawing/2014/main" id="{A0C410FC-F149-F1FA-B620-BF7F0EDE7D6C}"/>
                </a:ext>
              </a:extLst>
            </p:cNvPr>
            <p:cNvSpPr/>
            <p:nvPr/>
          </p:nvSpPr>
          <p:spPr bwMode="auto">
            <a:xfrm>
              <a:off x="5214995" y="-1168400"/>
              <a:ext cx="431800" cy="431800"/>
            </a:xfrm>
            <a:prstGeom prst="ellipse">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UI"/>
                <a:ea typeface="+mn-ea"/>
                <a:cs typeface="Segoe UI" pitchFamily="34" charset="0"/>
              </a:endParaRPr>
            </a:p>
          </p:txBody>
        </p:sp>
        <p:sp>
          <p:nvSpPr>
            <p:cNvPr id="155" name="Rectangle 89">
              <a:extLst>
                <a:ext uri="{FF2B5EF4-FFF2-40B4-BE49-F238E27FC236}">
                  <a16:creationId xmlns:a16="http://schemas.microsoft.com/office/drawing/2014/main" id="{5B5C9B65-59ED-2529-1E53-C9ABE9CB79FD}"/>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Segoe UI"/>
                <a:ea typeface="+mn-ea"/>
                <a:cs typeface="Segoe UI" pitchFamily="34" charset="0"/>
              </a:endParaRPr>
            </a:p>
          </p:txBody>
        </p:sp>
      </p:grpSp>
      <p:grpSp>
        <p:nvGrpSpPr>
          <p:cNvPr id="156" name="Group 155">
            <a:extLst>
              <a:ext uri="{FF2B5EF4-FFF2-40B4-BE49-F238E27FC236}">
                <a16:creationId xmlns:a16="http://schemas.microsoft.com/office/drawing/2014/main" id="{28DAF83D-E0BD-BE8E-ECEC-5E5EDE3E6C74}"/>
              </a:ext>
            </a:extLst>
          </p:cNvPr>
          <p:cNvGrpSpPr/>
          <p:nvPr userDrawn="1"/>
        </p:nvGrpSpPr>
        <p:grpSpPr>
          <a:xfrm flipH="1">
            <a:off x="6669529" y="4248344"/>
            <a:ext cx="166152" cy="166152"/>
            <a:chOff x="5214995" y="-1168400"/>
            <a:chExt cx="431800" cy="431800"/>
          </a:xfrm>
        </p:grpSpPr>
        <p:sp>
          <p:nvSpPr>
            <p:cNvPr id="157" name="Oval 156">
              <a:extLst>
                <a:ext uri="{FF2B5EF4-FFF2-40B4-BE49-F238E27FC236}">
                  <a16:creationId xmlns:a16="http://schemas.microsoft.com/office/drawing/2014/main" id="{2CC39567-C008-3C38-03DA-28EE0BE74832}"/>
                </a:ext>
              </a:extLst>
            </p:cNvPr>
            <p:cNvSpPr/>
            <p:nvPr/>
          </p:nvSpPr>
          <p:spPr bwMode="auto">
            <a:xfrm>
              <a:off x="5214995" y="-1168400"/>
              <a:ext cx="431800" cy="431800"/>
            </a:xfrm>
            <a:prstGeom prst="ellipse">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UI"/>
                <a:ea typeface="+mn-ea"/>
                <a:cs typeface="Segoe UI" pitchFamily="34" charset="0"/>
              </a:endParaRPr>
            </a:p>
          </p:txBody>
        </p:sp>
        <p:sp>
          <p:nvSpPr>
            <p:cNvPr id="158" name="Rectangle 89">
              <a:extLst>
                <a:ext uri="{FF2B5EF4-FFF2-40B4-BE49-F238E27FC236}">
                  <a16:creationId xmlns:a16="http://schemas.microsoft.com/office/drawing/2014/main" id="{99B2574B-7594-72E2-E826-4D4DA471A11A}"/>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Segoe UI"/>
                <a:ea typeface="+mn-ea"/>
                <a:cs typeface="Segoe UI" pitchFamily="34" charset="0"/>
              </a:endParaRPr>
            </a:p>
          </p:txBody>
        </p:sp>
      </p:grpSp>
      <p:grpSp>
        <p:nvGrpSpPr>
          <p:cNvPr id="177" name="Group 176">
            <a:extLst>
              <a:ext uri="{FF2B5EF4-FFF2-40B4-BE49-F238E27FC236}">
                <a16:creationId xmlns:a16="http://schemas.microsoft.com/office/drawing/2014/main" id="{E60DF7C5-E7F6-A90D-706C-6592ECDDB338}"/>
              </a:ext>
            </a:extLst>
          </p:cNvPr>
          <p:cNvGrpSpPr/>
          <p:nvPr userDrawn="1"/>
        </p:nvGrpSpPr>
        <p:grpSpPr>
          <a:xfrm rot="5400000">
            <a:off x="9928103" y="2233511"/>
            <a:ext cx="166152" cy="166152"/>
            <a:chOff x="5214995" y="-1168400"/>
            <a:chExt cx="431800" cy="431800"/>
          </a:xfrm>
        </p:grpSpPr>
        <p:sp>
          <p:nvSpPr>
            <p:cNvPr id="178" name="Oval 177">
              <a:extLst>
                <a:ext uri="{FF2B5EF4-FFF2-40B4-BE49-F238E27FC236}">
                  <a16:creationId xmlns:a16="http://schemas.microsoft.com/office/drawing/2014/main" id="{11A9EA57-349E-6453-094C-DB252913E583}"/>
                </a:ext>
              </a:extLst>
            </p:cNvPr>
            <p:cNvSpPr/>
            <p:nvPr/>
          </p:nvSpPr>
          <p:spPr bwMode="auto">
            <a:xfrm>
              <a:off x="5214995" y="-1168400"/>
              <a:ext cx="431800" cy="431800"/>
            </a:xfrm>
            <a:prstGeom prst="ellipse">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UI"/>
                <a:ea typeface="+mn-ea"/>
                <a:cs typeface="Segoe UI" pitchFamily="34" charset="0"/>
              </a:endParaRPr>
            </a:p>
          </p:txBody>
        </p:sp>
        <p:sp>
          <p:nvSpPr>
            <p:cNvPr id="179" name="Rectangle 89">
              <a:extLst>
                <a:ext uri="{FF2B5EF4-FFF2-40B4-BE49-F238E27FC236}">
                  <a16:creationId xmlns:a16="http://schemas.microsoft.com/office/drawing/2014/main" id="{217C0C60-8F15-8390-C6A7-0DB9E99CA653}"/>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Segoe UI"/>
                <a:ea typeface="+mn-ea"/>
                <a:cs typeface="Segoe UI" pitchFamily="34" charset="0"/>
              </a:endParaRPr>
            </a:p>
          </p:txBody>
        </p:sp>
      </p:grpSp>
      <p:grpSp>
        <p:nvGrpSpPr>
          <p:cNvPr id="180" name="Group 179">
            <a:extLst>
              <a:ext uri="{FF2B5EF4-FFF2-40B4-BE49-F238E27FC236}">
                <a16:creationId xmlns:a16="http://schemas.microsoft.com/office/drawing/2014/main" id="{3B572509-4831-8A48-B663-AE17D9FD8ED5}"/>
              </a:ext>
            </a:extLst>
          </p:cNvPr>
          <p:cNvGrpSpPr/>
          <p:nvPr userDrawn="1"/>
        </p:nvGrpSpPr>
        <p:grpSpPr>
          <a:xfrm rot="5400000">
            <a:off x="9928103" y="3954518"/>
            <a:ext cx="166152" cy="166152"/>
            <a:chOff x="5214995" y="-1168400"/>
            <a:chExt cx="431800" cy="431800"/>
          </a:xfrm>
        </p:grpSpPr>
        <p:sp>
          <p:nvSpPr>
            <p:cNvPr id="181" name="Oval 180">
              <a:extLst>
                <a:ext uri="{FF2B5EF4-FFF2-40B4-BE49-F238E27FC236}">
                  <a16:creationId xmlns:a16="http://schemas.microsoft.com/office/drawing/2014/main" id="{068A591D-A59C-D3D7-2C67-293B3727D0A2}"/>
                </a:ext>
              </a:extLst>
            </p:cNvPr>
            <p:cNvSpPr/>
            <p:nvPr/>
          </p:nvSpPr>
          <p:spPr bwMode="auto">
            <a:xfrm>
              <a:off x="5214995" y="-1168400"/>
              <a:ext cx="431800" cy="431800"/>
            </a:xfrm>
            <a:prstGeom prst="ellipse">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UI"/>
                <a:ea typeface="+mn-ea"/>
                <a:cs typeface="Segoe UI" pitchFamily="34" charset="0"/>
              </a:endParaRPr>
            </a:p>
          </p:txBody>
        </p:sp>
        <p:sp>
          <p:nvSpPr>
            <p:cNvPr id="182" name="Rectangle 89">
              <a:extLst>
                <a:ext uri="{FF2B5EF4-FFF2-40B4-BE49-F238E27FC236}">
                  <a16:creationId xmlns:a16="http://schemas.microsoft.com/office/drawing/2014/main" id="{8B0AF6B1-C3AC-C476-AE16-287C61A1D75A}"/>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Segoe UI"/>
                <a:ea typeface="+mn-ea"/>
                <a:cs typeface="Segoe UI" pitchFamily="34" charset="0"/>
              </a:endParaRPr>
            </a:p>
          </p:txBody>
        </p:sp>
      </p:grpSp>
      <p:sp>
        <p:nvSpPr>
          <p:cNvPr id="95" name="Step 1 TItle">
            <a:extLst>
              <a:ext uri="{FF2B5EF4-FFF2-40B4-BE49-F238E27FC236}">
                <a16:creationId xmlns:a16="http://schemas.microsoft.com/office/drawing/2014/main" id="{545F2FD2-44C5-DA9F-8E2B-13D6C03793D7}"/>
              </a:ext>
            </a:extLst>
          </p:cNvPr>
          <p:cNvSpPr>
            <a:spLocks noGrp="1"/>
          </p:cNvSpPr>
          <p:nvPr>
            <p:ph type="body" sz="quarter" idx="11" hasCustomPrompt="1"/>
          </p:nvPr>
        </p:nvSpPr>
        <p:spPr>
          <a:xfrm>
            <a:off x="584200" y="1690131"/>
            <a:ext cx="2808000" cy="345600"/>
          </a:xfrm>
          <a:prstGeom prst="roundRect">
            <a:avLst>
              <a:gd name="adj" fmla="val 50000"/>
            </a:avLst>
          </a:prstGeom>
          <a:gradFill flip="none" rotWithShape="1">
            <a:gsLst>
              <a:gs pos="35000">
                <a:srgbClr val="0078D4"/>
              </a:gs>
              <a:gs pos="0">
                <a:srgbClr val="C03BC4"/>
              </a:gs>
            </a:gsLst>
            <a:path path="circle">
              <a:fillToRect l="100000" t="100000"/>
            </a:path>
            <a:tileRect r="-100000" b="-100000"/>
          </a:gradFill>
          <a:effectLst>
            <a:outerShdw blurRad="63500" dist="63500" dir="2700000" algn="tl" rotWithShape="0">
              <a:srgbClr val="454142">
                <a:alpha val="20000"/>
              </a:srgbClr>
            </a:outerShdw>
          </a:effectLst>
        </p:spPr>
        <p:txBody>
          <a:bodyPr anchor="ctr" anchorCtr="0">
            <a:noAutofit/>
          </a:bodyPr>
          <a:lstStyle>
            <a:lvl1pPr marL="0" indent="0" algn="ctr">
              <a:buNone/>
              <a:defRPr sz="1200" b="1" i="0">
                <a:solidFill>
                  <a:srgbClr val="FFFFFF"/>
                </a:solidFill>
                <a:latin typeface="Segoe UI Semibold" panose="020B0502040204020203" pitchFamily="34" charset="0"/>
                <a:cs typeface="Segoe UI Semibold" panose="020B0502040204020203" pitchFamily="34" charset="0"/>
              </a:defRPr>
            </a:lvl1pPr>
          </a:lstStyle>
          <a:p>
            <a:pPr lvl="0"/>
            <a:r>
              <a:rPr lang="en-US"/>
              <a:t>00:00am</a:t>
            </a:r>
          </a:p>
        </p:txBody>
      </p:sp>
      <p:sp>
        <p:nvSpPr>
          <p:cNvPr id="106" name="Step 1 Top">
            <a:extLst>
              <a:ext uri="{FF2B5EF4-FFF2-40B4-BE49-F238E27FC236}">
                <a16:creationId xmlns:a16="http://schemas.microsoft.com/office/drawing/2014/main" id="{433B73A7-DB5C-AF5A-B12A-70E655D0C55D}"/>
              </a:ext>
            </a:extLst>
          </p:cNvPr>
          <p:cNvSpPr>
            <a:spLocks noGrp="1"/>
          </p:cNvSpPr>
          <p:nvPr>
            <p:ph type="body" sz="quarter" idx="18"/>
          </p:nvPr>
        </p:nvSpPr>
        <p:spPr>
          <a:xfrm>
            <a:off x="584200" y="2128438"/>
            <a:ext cx="2808000" cy="626701"/>
          </a:xfrm>
        </p:spPr>
        <p:txBody>
          <a:bodyPr lIns="0" tIns="0" rIns="0" bIns="0">
            <a:normAutofit/>
          </a:bodyPr>
          <a:lstStyle>
            <a:lvl1pPr marL="0" indent="0">
              <a:lnSpc>
                <a:spcPct val="100000"/>
              </a:lnSpc>
              <a:spcBef>
                <a:spcPts val="0"/>
              </a:spcBef>
              <a:buNone/>
              <a:defRPr sz="900"/>
            </a:lvl1pPr>
          </a:lstStyle>
          <a:p>
            <a:pPr lvl="0"/>
            <a:r>
              <a:rPr lang="en-US"/>
              <a:t>Click to edit Master text styles</a:t>
            </a:r>
          </a:p>
        </p:txBody>
      </p:sp>
      <p:sp>
        <p:nvSpPr>
          <p:cNvPr id="109" name="Step 1 Bottom">
            <a:extLst>
              <a:ext uri="{FF2B5EF4-FFF2-40B4-BE49-F238E27FC236}">
                <a16:creationId xmlns:a16="http://schemas.microsoft.com/office/drawing/2014/main" id="{C966B391-3BF4-A5FB-4F8A-8B4B54689661}"/>
              </a:ext>
            </a:extLst>
          </p:cNvPr>
          <p:cNvSpPr>
            <a:spLocks noGrp="1"/>
          </p:cNvSpPr>
          <p:nvPr>
            <p:ph type="body" sz="quarter" idx="21"/>
          </p:nvPr>
        </p:nvSpPr>
        <p:spPr>
          <a:xfrm>
            <a:off x="584199" y="3304510"/>
            <a:ext cx="2808000" cy="626701"/>
          </a:xfrm>
          <a:prstGeom prst="roundRect">
            <a:avLst>
              <a:gd name="adj" fmla="val 10035"/>
            </a:avLst>
          </a:prstGeom>
          <a:solidFill>
            <a:srgbClr val="FFFFFF">
              <a:alpha val="70046"/>
            </a:srgbClr>
          </a:solidFill>
          <a:ln w="12700">
            <a:solidFill>
              <a:schemeClr val="bg1"/>
            </a:solidFill>
          </a:ln>
        </p:spPr>
        <p:txBody>
          <a:bodyPr lIns="0" tIns="0" rIns="0" bIns="0" anchor="t" anchorCtr="0">
            <a:normAutofit/>
          </a:bodyPr>
          <a:lstStyle>
            <a:lvl1pPr marL="0" indent="0">
              <a:lnSpc>
                <a:spcPct val="100000"/>
              </a:lnSpc>
              <a:buFont typeface="Arial" panose="020B0604020202020204" pitchFamily="34" charset="0"/>
              <a:buNone/>
              <a:defRPr sz="900"/>
            </a:lvl1pPr>
            <a:lvl2pPr marL="0" indent="0">
              <a:lnSpc>
                <a:spcPct val="100000"/>
              </a:lnSpc>
              <a:spcBef>
                <a:spcPts val="0"/>
              </a:spcBef>
              <a:buNone/>
              <a:defRPr sz="900" b="1" i="0">
                <a:latin typeface="Segoe UI" panose="020B0502040204020203" pitchFamily="34" charset="0"/>
                <a:cs typeface="Segoe UI" panose="020B0502040204020203" pitchFamily="34" charset="0"/>
              </a:defRPr>
            </a:lvl2pPr>
          </a:lstStyle>
          <a:p>
            <a:pPr lvl="0"/>
            <a:r>
              <a:rPr lang="en-US"/>
              <a:t>Click to edit Master text styles</a:t>
            </a:r>
          </a:p>
          <a:p>
            <a:pPr lvl="1"/>
            <a:r>
              <a:rPr lang="en-US"/>
              <a:t>Level 2</a:t>
            </a:r>
          </a:p>
        </p:txBody>
      </p:sp>
      <p:sp>
        <p:nvSpPr>
          <p:cNvPr id="183" name="Step 2 Title">
            <a:extLst>
              <a:ext uri="{FF2B5EF4-FFF2-40B4-BE49-F238E27FC236}">
                <a16:creationId xmlns:a16="http://schemas.microsoft.com/office/drawing/2014/main" id="{DF1E6E41-3DB3-84EB-984F-CCB9167D5657}"/>
              </a:ext>
            </a:extLst>
          </p:cNvPr>
          <p:cNvSpPr>
            <a:spLocks noGrp="1"/>
          </p:cNvSpPr>
          <p:nvPr>
            <p:ph type="body" sz="quarter" idx="22" hasCustomPrompt="1"/>
          </p:nvPr>
        </p:nvSpPr>
        <p:spPr>
          <a:xfrm>
            <a:off x="3776898" y="1690131"/>
            <a:ext cx="2808000" cy="345600"/>
          </a:xfrm>
          <a:prstGeom prst="roundRect">
            <a:avLst>
              <a:gd name="adj" fmla="val 50000"/>
            </a:avLst>
          </a:prstGeom>
          <a:gradFill flip="none" rotWithShape="1">
            <a:gsLst>
              <a:gs pos="35000">
                <a:srgbClr val="0078D4"/>
              </a:gs>
              <a:gs pos="0">
                <a:srgbClr val="C03BC4"/>
              </a:gs>
            </a:gsLst>
            <a:path path="circle">
              <a:fillToRect l="100000" t="100000"/>
            </a:path>
            <a:tileRect r="-100000" b="-100000"/>
          </a:gradFill>
          <a:effectLst>
            <a:outerShdw blurRad="63500" dist="63500" dir="2700000" algn="tl" rotWithShape="0">
              <a:srgbClr val="454142">
                <a:alpha val="20000"/>
              </a:srgbClr>
            </a:outerShdw>
          </a:effectLst>
        </p:spPr>
        <p:txBody>
          <a:bodyPr anchor="ctr" anchorCtr="0">
            <a:noAutofit/>
          </a:bodyPr>
          <a:lstStyle>
            <a:lvl1pPr marL="0" indent="0" algn="ctr">
              <a:buNone/>
              <a:defRPr sz="1200" b="1" i="0">
                <a:solidFill>
                  <a:srgbClr val="FFFFFF"/>
                </a:solidFill>
                <a:latin typeface="Segoe UI Semibold" panose="020B0502040204020203" pitchFamily="34" charset="0"/>
                <a:cs typeface="Segoe UI Semibold" panose="020B0502040204020203" pitchFamily="34" charset="0"/>
              </a:defRPr>
            </a:lvl1pPr>
          </a:lstStyle>
          <a:p>
            <a:pPr lvl="0"/>
            <a:r>
              <a:rPr lang="en-US"/>
              <a:t>00:00am</a:t>
            </a:r>
          </a:p>
        </p:txBody>
      </p:sp>
      <p:sp>
        <p:nvSpPr>
          <p:cNvPr id="184" name="Step 2 Top">
            <a:extLst>
              <a:ext uri="{FF2B5EF4-FFF2-40B4-BE49-F238E27FC236}">
                <a16:creationId xmlns:a16="http://schemas.microsoft.com/office/drawing/2014/main" id="{6E6ACE10-8248-C360-0E35-7598E8EC8281}"/>
              </a:ext>
            </a:extLst>
          </p:cNvPr>
          <p:cNvSpPr>
            <a:spLocks noGrp="1"/>
          </p:cNvSpPr>
          <p:nvPr>
            <p:ph type="body" sz="quarter" idx="23"/>
          </p:nvPr>
        </p:nvSpPr>
        <p:spPr>
          <a:xfrm>
            <a:off x="3776898" y="2128438"/>
            <a:ext cx="2808000" cy="626701"/>
          </a:xfrm>
        </p:spPr>
        <p:txBody>
          <a:bodyPr lIns="0" tIns="0" rIns="0" bIns="0">
            <a:normAutofit/>
          </a:bodyPr>
          <a:lstStyle>
            <a:lvl1pPr marL="0" indent="0">
              <a:lnSpc>
                <a:spcPct val="100000"/>
              </a:lnSpc>
              <a:spcBef>
                <a:spcPts val="0"/>
              </a:spcBef>
              <a:buNone/>
              <a:defRPr sz="900"/>
            </a:lvl1pPr>
          </a:lstStyle>
          <a:p>
            <a:pPr lvl="0"/>
            <a:r>
              <a:rPr lang="en-US"/>
              <a:t>Click to edit Master text styles</a:t>
            </a:r>
          </a:p>
        </p:txBody>
      </p:sp>
      <p:sp>
        <p:nvSpPr>
          <p:cNvPr id="185" name="Step 2 Bottom">
            <a:extLst>
              <a:ext uri="{FF2B5EF4-FFF2-40B4-BE49-F238E27FC236}">
                <a16:creationId xmlns:a16="http://schemas.microsoft.com/office/drawing/2014/main" id="{55D154DF-71A5-D9D3-0756-AA7208899CFD}"/>
              </a:ext>
            </a:extLst>
          </p:cNvPr>
          <p:cNvSpPr>
            <a:spLocks noGrp="1"/>
          </p:cNvSpPr>
          <p:nvPr>
            <p:ph type="body" sz="quarter" idx="24"/>
          </p:nvPr>
        </p:nvSpPr>
        <p:spPr>
          <a:xfrm>
            <a:off x="3776897" y="3304510"/>
            <a:ext cx="2808000" cy="626701"/>
          </a:xfrm>
          <a:prstGeom prst="roundRect">
            <a:avLst>
              <a:gd name="adj" fmla="val 10035"/>
            </a:avLst>
          </a:prstGeom>
          <a:solidFill>
            <a:srgbClr val="FFFFFF">
              <a:alpha val="70046"/>
            </a:srgbClr>
          </a:solidFill>
          <a:ln w="12700">
            <a:solidFill>
              <a:schemeClr val="bg1"/>
            </a:solidFill>
          </a:ln>
        </p:spPr>
        <p:txBody>
          <a:bodyPr lIns="0" tIns="0" rIns="0" bIns="0" anchor="t" anchorCtr="0">
            <a:normAutofit/>
          </a:bodyPr>
          <a:lstStyle>
            <a:lvl1pPr marL="0" indent="0">
              <a:lnSpc>
                <a:spcPct val="100000"/>
              </a:lnSpc>
              <a:buFont typeface="Arial" panose="020B0604020202020204" pitchFamily="34" charset="0"/>
              <a:buNone/>
              <a:defRPr sz="900"/>
            </a:lvl1pPr>
            <a:lvl2pPr marL="0" indent="0">
              <a:lnSpc>
                <a:spcPct val="100000"/>
              </a:lnSpc>
              <a:spcBef>
                <a:spcPts val="0"/>
              </a:spcBef>
              <a:buNone/>
              <a:defRPr sz="900" b="1" i="0">
                <a:latin typeface="Segoe UI" panose="020B0502040204020203" pitchFamily="34" charset="0"/>
                <a:cs typeface="Segoe UI" panose="020B0502040204020203" pitchFamily="34" charset="0"/>
              </a:defRPr>
            </a:lvl2pPr>
          </a:lstStyle>
          <a:p>
            <a:pPr lvl="0"/>
            <a:r>
              <a:rPr lang="en-US"/>
              <a:t>Click to edit Master text styles</a:t>
            </a:r>
          </a:p>
          <a:p>
            <a:pPr lvl="1"/>
            <a:r>
              <a:rPr lang="en-US"/>
              <a:t>Level 2</a:t>
            </a:r>
          </a:p>
        </p:txBody>
      </p:sp>
      <p:sp>
        <p:nvSpPr>
          <p:cNvPr id="186" name="Step 3 Title">
            <a:extLst>
              <a:ext uri="{FF2B5EF4-FFF2-40B4-BE49-F238E27FC236}">
                <a16:creationId xmlns:a16="http://schemas.microsoft.com/office/drawing/2014/main" id="{3BF3353A-2534-A54C-BD30-4DA6ABBA06BA}"/>
              </a:ext>
            </a:extLst>
          </p:cNvPr>
          <p:cNvSpPr>
            <a:spLocks noGrp="1"/>
          </p:cNvSpPr>
          <p:nvPr>
            <p:ph type="body" sz="quarter" idx="25" hasCustomPrompt="1"/>
          </p:nvPr>
        </p:nvSpPr>
        <p:spPr>
          <a:xfrm>
            <a:off x="6969595" y="1690131"/>
            <a:ext cx="2808000" cy="345600"/>
          </a:xfrm>
          <a:prstGeom prst="roundRect">
            <a:avLst>
              <a:gd name="adj" fmla="val 50000"/>
            </a:avLst>
          </a:prstGeom>
          <a:gradFill flip="none" rotWithShape="1">
            <a:gsLst>
              <a:gs pos="35000">
                <a:srgbClr val="0078D4"/>
              </a:gs>
              <a:gs pos="0">
                <a:srgbClr val="C03BC4"/>
              </a:gs>
            </a:gsLst>
            <a:path path="circle">
              <a:fillToRect l="100000" t="100000"/>
            </a:path>
            <a:tileRect r="-100000" b="-100000"/>
          </a:gradFill>
          <a:effectLst>
            <a:outerShdw blurRad="63500" dist="63500" dir="2700000" algn="tl" rotWithShape="0">
              <a:srgbClr val="454142">
                <a:alpha val="20000"/>
              </a:srgbClr>
            </a:outerShdw>
          </a:effectLst>
        </p:spPr>
        <p:txBody>
          <a:bodyPr anchor="ctr" anchorCtr="0">
            <a:noAutofit/>
          </a:bodyPr>
          <a:lstStyle>
            <a:lvl1pPr marL="0" indent="0" algn="ctr">
              <a:buNone/>
              <a:defRPr sz="1200" b="1" i="0">
                <a:solidFill>
                  <a:srgbClr val="FFFFFF"/>
                </a:solidFill>
                <a:latin typeface="Segoe UI Semibold" panose="020B0502040204020203" pitchFamily="34" charset="0"/>
                <a:cs typeface="Segoe UI Semibold" panose="020B0502040204020203" pitchFamily="34" charset="0"/>
              </a:defRPr>
            </a:lvl1pPr>
          </a:lstStyle>
          <a:p>
            <a:pPr lvl="0"/>
            <a:r>
              <a:rPr lang="en-US"/>
              <a:t>00:00am</a:t>
            </a:r>
          </a:p>
        </p:txBody>
      </p:sp>
      <p:sp>
        <p:nvSpPr>
          <p:cNvPr id="187" name="Step 3 Top">
            <a:extLst>
              <a:ext uri="{FF2B5EF4-FFF2-40B4-BE49-F238E27FC236}">
                <a16:creationId xmlns:a16="http://schemas.microsoft.com/office/drawing/2014/main" id="{F8FA69C0-B798-B0EF-B064-997FF774E8E9}"/>
              </a:ext>
            </a:extLst>
          </p:cNvPr>
          <p:cNvSpPr>
            <a:spLocks noGrp="1"/>
          </p:cNvSpPr>
          <p:nvPr>
            <p:ph type="body" sz="quarter" idx="26"/>
          </p:nvPr>
        </p:nvSpPr>
        <p:spPr>
          <a:xfrm>
            <a:off x="6969595" y="2128438"/>
            <a:ext cx="2808000" cy="626701"/>
          </a:xfrm>
        </p:spPr>
        <p:txBody>
          <a:bodyPr lIns="0" tIns="0" rIns="0" bIns="0">
            <a:normAutofit/>
          </a:bodyPr>
          <a:lstStyle>
            <a:lvl1pPr marL="0" indent="0">
              <a:lnSpc>
                <a:spcPct val="100000"/>
              </a:lnSpc>
              <a:spcBef>
                <a:spcPts val="0"/>
              </a:spcBef>
              <a:buNone/>
              <a:defRPr lang="en-US" sz="900" kern="1200" spc="0" baseline="0" dirty="0">
                <a:solidFill>
                  <a:schemeClr val="tx1"/>
                </a:solidFill>
                <a:latin typeface="+mn-lt"/>
                <a:ea typeface="+mn-ea"/>
                <a:cs typeface="Segoe UI" panose="020B0502040204020203" pitchFamily="34" charset="0"/>
              </a:defRPr>
            </a:lvl1pPr>
          </a:lstStyle>
          <a:p>
            <a:pPr marL="0" marR="0" lvl="0" indent="0" algn="l" defTabSz="932742" rtl="0" eaLnBrk="1" fontAlgn="auto" latinLnBrk="0" hangingPunct="1">
              <a:lnSpc>
                <a:spcPct val="110000"/>
              </a:lnSpc>
              <a:spcBef>
                <a:spcPts val="0"/>
              </a:spcBef>
              <a:spcAft>
                <a:spcPts val="0"/>
              </a:spcAft>
              <a:buClrTx/>
              <a:buSzPct val="90000"/>
              <a:buFont typeface="Wingdings" panose="05000000000000000000" pitchFamily="2" charset="2"/>
              <a:buNone/>
              <a:tabLst/>
            </a:pPr>
            <a:r>
              <a:rPr lang="en-US"/>
              <a:t>Click to edit Master text styles</a:t>
            </a:r>
          </a:p>
        </p:txBody>
      </p:sp>
      <p:sp>
        <p:nvSpPr>
          <p:cNvPr id="188" name="Step 3 Bottom">
            <a:extLst>
              <a:ext uri="{FF2B5EF4-FFF2-40B4-BE49-F238E27FC236}">
                <a16:creationId xmlns:a16="http://schemas.microsoft.com/office/drawing/2014/main" id="{FFA3E6BA-ECB6-F78C-CF22-7B05706020E3}"/>
              </a:ext>
            </a:extLst>
          </p:cNvPr>
          <p:cNvSpPr>
            <a:spLocks noGrp="1"/>
          </p:cNvSpPr>
          <p:nvPr>
            <p:ph type="body" sz="quarter" idx="27"/>
          </p:nvPr>
        </p:nvSpPr>
        <p:spPr>
          <a:xfrm>
            <a:off x="6969595" y="3304510"/>
            <a:ext cx="2808000" cy="626701"/>
          </a:xfrm>
          <a:prstGeom prst="roundRect">
            <a:avLst>
              <a:gd name="adj" fmla="val 10035"/>
            </a:avLst>
          </a:prstGeom>
          <a:solidFill>
            <a:srgbClr val="FFFFFF">
              <a:alpha val="70046"/>
            </a:srgbClr>
          </a:solidFill>
          <a:ln w="12700">
            <a:solidFill>
              <a:schemeClr val="bg1"/>
            </a:solidFill>
          </a:ln>
        </p:spPr>
        <p:txBody>
          <a:bodyPr lIns="0" tIns="0" rIns="0" bIns="0" anchor="t" anchorCtr="0">
            <a:normAutofit/>
          </a:bodyPr>
          <a:lstStyle>
            <a:lvl1pPr marL="0" indent="0">
              <a:lnSpc>
                <a:spcPct val="100000"/>
              </a:lnSpc>
              <a:buFont typeface="Arial" panose="020B0604020202020204" pitchFamily="34" charset="0"/>
              <a:buNone/>
              <a:defRPr sz="900"/>
            </a:lvl1pPr>
            <a:lvl2pPr marL="0" indent="0">
              <a:lnSpc>
                <a:spcPct val="100000"/>
              </a:lnSpc>
              <a:spcBef>
                <a:spcPts val="0"/>
              </a:spcBef>
              <a:buNone/>
              <a:defRPr sz="900" b="1" i="0">
                <a:latin typeface="Segoe UI" panose="020B0502040204020203" pitchFamily="34" charset="0"/>
                <a:cs typeface="Segoe UI" panose="020B0502040204020203" pitchFamily="34" charset="0"/>
              </a:defRPr>
            </a:lvl2pPr>
          </a:lstStyle>
          <a:p>
            <a:pPr lvl="0"/>
            <a:r>
              <a:rPr lang="en-US"/>
              <a:t>Click to edit Master text styles</a:t>
            </a:r>
          </a:p>
          <a:p>
            <a:pPr lvl="1"/>
            <a:r>
              <a:rPr lang="en-US"/>
              <a:t>Level 2</a:t>
            </a:r>
          </a:p>
        </p:txBody>
      </p:sp>
      <p:sp>
        <p:nvSpPr>
          <p:cNvPr id="195" name="Step 4 Title">
            <a:extLst>
              <a:ext uri="{FF2B5EF4-FFF2-40B4-BE49-F238E27FC236}">
                <a16:creationId xmlns:a16="http://schemas.microsoft.com/office/drawing/2014/main" id="{4411A19D-5600-3582-7891-BEECA6B3C921}"/>
              </a:ext>
            </a:extLst>
          </p:cNvPr>
          <p:cNvSpPr>
            <a:spLocks noGrp="1"/>
          </p:cNvSpPr>
          <p:nvPr>
            <p:ph type="body" sz="quarter" idx="34" hasCustomPrompt="1"/>
          </p:nvPr>
        </p:nvSpPr>
        <p:spPr>
          <a:xfrm>
            <a:off x="6969595" y="4150071"/>
            <a:ext cx="2808000" cy="345600"/>
          </a:xfrm>
          <a:prstGeom prst="roundRect">
            <a:avLst>
              <a:gd name="adj" fmla="val 50000"/>
            </a:avLst>
          </a:prstGeom>
          <a:gradFill flip="none" rotWithShape="1">
            <a:gsLst>
              <a:gs pos="35000">
                <a:srgbClr val="0078D4"/>
              </a:gs>
              <a:gs pos="0">
                <a:srgbClr val="C03BC4"/>
              </a:gs>
            </a:gsLst>
            <a:path path="circle">
              <a:fillToRect l="100000" t="100000"/>
            </a:path>
            <a:tileRect r="-100000" b="-100000"/>
          </a:gradFill>
          <a:effectLst>
            <a:outerShdw blurRad="63500" dist="63500" dir="2700000" algn="tl" rotWithShape="0">
              <a:srgbClr val="454142">
                <a:alpha val="20000"/>
              </a:srgbClr>
            </a:outerShdw>
          </a:effectLst>
        </p:spPr>
        <p:txBody>
          <a:bodyPr anchor="ctr" anchorCtr="0">
            <a:noAutofit/>
          </a:bodyPr>
          <a:lstStyle>
            <a:lvl1pPr marL="0" indent="0" algn="ctr">
              <a:buNone/>
              <a:defRPr sz="1200" b="1" i="0">
                <a:solidFill>
                  <a:srgbClr val="FFFFFF"/>
                </a:solidFill>
                <a:latin typeface="Segoe UI Semibold" panose="020B0502040204020203" pitchFamily="34" charset="0"/>
                <a:cs typeface="Segoe UI Semibold" panose="020B0502040204020203" pitchFamily="34" charset="0"/>
              </a:defRPr>
            </a:lvl1pPr>
          </a:lstStyle>
          <a:p>
            <a:pPr lvl="0"/>
            <a:r>
              <a:rPr lang="en-US"/>
              <a:t>00:00am</a:t>
            </a:r>
          </a:p>
        </p:txBody>
      </p:sp>
      <p:sp>
        <p:nvSpPr>
          <p:cNvPr id="196" name="Step 4 Top">
            <a:extLst>
              <a:ext uri="{FF2B5EF4-FFF2-40B4-BE49-F238E27FC236}">
                <a16:creationId xmlns:a16="http://schemas.microsoft.com/office/drawing/2014/main" id="{E6756EC6-5C62-CCBD-6970-540F4E463C66}"/>
              </a:ext>
            </a:extLst>
          </p:cNvPr>
          <p:cNvSpPr>
            <a:spLocks noGrp="1"/>
          </p:cNvSpPr>
          <p:nvPr>
            <p:ph type="body" sz="quarter" idx="35"/>
          </p:nvPr>
        </p:nvSpPr>
        <p:spPr>
          <a:xfrm>
            <a:off x="6969595" y="4584616"/>
            <a:ext cx="2808000" cy="626701"/>
          </a:xfrm>
        </p:spPr>
        <p:txBody>
          <a:bodyPr lIns="0" tIns="0" rIns="0" bIns="0">
            <a:normAutofit/>
          </a:bodyPr>
          <a:lstStyle>
            <a:lvl1pPr marL="0" indent="0">
              <a:lnSpc>
                <a:spcPct val="100000"/>
              </a:lnSpc>
              <a:spcBef>
                <a:spcPts val="0"/>
              </a:spcBef>
              <a:buNone/>
              <a:defRPr sz="900"/>
            </a:lvl1pPr>
          </a:lstStyle>
          <a:p>
            <a:pPr lvl="0"/>
            <a:r>
              <a:rPr lang="en-US"/>
              <a:t>Click to edit Master text styles</a:t>
            </a:r>
          </a:p>
        </p:txBody>
      </p:sp>
      <p:sp>
        <p:nvSpPr>
          <p:cNvPr id="197" name="Step 4 Bottom">
            <a:extLst>
              <a:ext uri="{FF2B5EF4-FFF2-40B4-BE49-F238E27FC236}">
                <a16:creationId xmlns:a16="http://schemas.microsoft.com/office/drawing/2014/main" id="{56520A8E-9E5D-0840-1CB1-35762F47BF5D}"/>
              </a:ext>
            </a:extLst>
          </p:cNvPr>
          <p:cNvSpPr>
            <a:spLocks noGrp="1"/>
          </p:cNvSpPr>
          <p:nvPr>
            <p:ph type="body" sz="quarter" idx="36"/>
          </p:nvPr>
        </p:nvSpPr>
        <p:spPr>
          <a:xfrm>
            <a:off x="6969595" y="5696772"/>
            <a:ext cx="2808000" cy="626701"/>
          </a:xfrm>
          <a:prstGeom prst="roundRect">
            <a:avLst>
              <a:gd name="adj" fmla="val 10035"/>
            </a:avLst>
          </a:prstGeom>
          <a:solidFill>
            <a:srgbClr val="FFFFFF">
              <a:alpha val="70046"/>
            </a:srgbClr>
          </a:solidFill>
          <a:ln w="12700">
            <a:solidFill>
              <a:schemeClr val="bg1"/>
            </a:solidFill>
          </a:ln>
        </p:spPr>
        <p:txBody>
          <a:bodyPr lIns="0" tIns="0" rIns="0" bIns="0" anchor="t" anchorCtr="0">
            <a:normAutofit/>
          </a:bodyPr>
          <a:lstStyle>
            <a:lvl1pPr marL="0" indent="0">
              <a:lnSpc>
                <a:spcPct val="100000"/>
              </a:lnSpc>
              <a:buFont typeface="Arial" panose="020B0604020202020204" pitchFamily="34" charset="0"/>
              <a:buNone/>
              <a:defRPr sz="900"/>
            </a:lvl1pPr>
            <a:lvl2pPr marL="0" indent="0">
              <a:lnSpc>
                <a:spcPct val="100000"/>
              </a:lnSpc>
              <a:spcBef>
                <a:spcPts val="0"/>
              </a:spcBef>
              <a:buNone/>
              <a:defRPr sz="900" b="1" i="0">
                <a:latin typeface="Segoe UI" panose="020B0502040204020203" pitchFamily="34" charset="0"/>
                <a:cs typeface="Segoe UI" panose="020B0502040204020203" pitchFamily="34" charset="0"/>
              </a:defRPr>
            </a:lvl2pPr>
          </a:lstStyle>
          <a:p>
            <a:pPr lvl="0"/>
            <a:r>
              <a:rPr lang="en-US"/>
              <a:t>Click to edit Master text styles</a:t>
            </a:r>
          </a:p>
          <a:p>
            <a:pPr lvl="1"/>
            <a:r>
              <a:rPr lang="en-US"/>
              <a:t>Level 2</a:t>
            </a:r>
          </a:p>
        </p:txBody>
      </p:sp>
      <p:sp>
        <p:nvSpPr>
          <p:cNvPr id="192" name="Step 5 Title">
            <a:extLst>
              <a:ext uri="{FF2B5EF4-FFF2-40B4-BE49-F238E27FC236}">
                <a16:creationId xmlns:a16="http://schemas.microsoft.com/office/drawing/2014/main" id="{D8F51403-DA8F-C60A-932D-8B8817FDA751}"/>
              </a:ext>
            </a:extLst>
          </p:cNvPr>
          <p:cNvSpPr>
            <a:spLocks noGrp="1"/>
          </p:cNvSpPr>
          <p:nvPr>
            <p:ph type="body" sz="quarter" idx="31" hasCustomPrompt="1"/>
          </p:nvPr>
        </p:nvSpPr>
        <p:spPr>
          <a:xfrm>
            <a:off x="3776898" y="4150071"/>
            <a:ext cx="2808000" cy="345600"/>
          </a:xfrm>
          <a:prstGeom prst="roundRect">
            <a:avLst>
              <a:gd name="adj" fmla="val 50000"/>
            </a:avLst>
          </a:prstGeom>
          <a:gradFill flip="none" rotWithShape="1">
            <a:gsLst>
              <a:gs pos="35000">
                <a:srgbClr val="0078D4"/>
              </a:gs>
              <a:gs pos="0">
                <a:srgbClr val="C03BC4"/>
              </a:gs>
            </a:gsLst>
            <a:path path="circle">
              <a:fillToRect l="100000" t="100000"/>
            </a:path>
            <a:tileRect r="-100000" b="-100000"/>
          </a:gradFill>
          <a:effectLst>
            <a:outerShdw blurRad="63500" dist="63500" dir="2700000" algn="tl" rotWithShape="0">
              <a:srgbClr val="454142">
                <a:alpha val="20000"/>
              </a:srgbClr>
            </a:outerShdw>
          </a:effectLst>
        </p:spPr>
        <p:txBody>
          <a:bodyPr anchor="ctr" anchorCtr="0">
            <a:noAutofit/>
          </a:bodyPr>
          <a:lstStyle>
            <a:lvl1pPr marL="0" indent="0" algn="ctr">
              <a:buNone/>
              <a:defRPr sz="1200" b="1" i="0">
                <a:solidFill>
                  <a:srgbClr val="FFFFFF"/>
                </a:solidFill>
                <a:latin typeface="Segoe UI Semibold" panose="020B0502040204020203" pitchFamily="34" charset="0"/>
                <a:cs typeface="Segoe UI Semibold" panose="020B0502040204020203" pitchFamily="34" charset="0"/>
              </a:defRPr>
            </a:lvl1pPr>
          </a:lstStyle>
          <a:p>
            <a:pPr lvl="0"/>
            <a:r>
              <a:rPr lang="en-US"/>
              <a:t>00:00am</a:t>
            </a:r>
          </a:p>
        </p:txBody>
      </p:sp>
      <p:sp>
        <p:nvSpPr>
          <p:cNvPr id="193" name="Step 5 Top">
            <a:extLst>
              <a:ext uri="{FF2B5EF4-FFF2-40B4-BE49-F238E27FC236}">
                <a16:creationId xmlns:a16="http://schemas.microsoft.com/office/drawing/2014/main" id="{1D287AE8-D07F-849B-E6F1-1AC629E8FB32}"/>
              </a:ext>
            </a:extLst>
          </p:cNvPr>
          <p:cNvSpPr>
            <a:spLocks noGrp="1"/>
          </p:cNvSpPr>
          <p:nvPr>
            <p:ph type="body" sz="quarter" idx="32"/>
          </p:nvPr>
        </p:nvSpPr>
        <p:spPr>
          <a:xfrm>
            <a:off x="3776898" y="4584616"/>
            <a:ext cx="2808000" cy="626701"/>
          </a:xfrm>
        </p:spPr>
        <p:txBody>
          <a:bodyPr lIns="0" tIns="0" rIns="0" bIns="0">
            <a:normAutofit/>
          </a:bodyPr>
          <a:lstStyle>
            <a:lvl1pPr marL="0" indent="0">
              <a:lnSpc>
                <a:spcPct val="100000"/>
              </a:lnSpc>
              <a:spcBef>
                <a:spcPts val="0"/>
              </a:spcBef>
              <a:buNone/>
              <a:defRPr sz="900"/>
            </a:lvl1pPr>
          </a:lstStyle>
          <a:p>
            <a:pPr lvl="0"/>
            <a:r>
              <a:rPr lang="en-US"/>
              <a:t>Click to edit Master text styles</a:t>
            </a:r>
          </a:p>
        </p:txBody>
      </p:sp>
      <p:sp>
        <p:nvSpPr>
          <p:cNvPr id="194" name="Step 5 Bottom">
            <a:extLst>
              <a:ext uri="{FF2B5EF4-FFF2-40B4-BE49-F238E27FC236}">
                <a16:creationId xmlns:a16="http://schemas.microsoft.com/office/drawing/2014/main" id="{D79AB424-C959-FD9F-0942-4B657234F221}"/>
              </a:ext>
            </a:extLst>
          </p:cNvPr>
          <p:cNvSpPr>
            <a:spLocks noGrp="1"/>
          </p:cNvSpPr>
          <p:nvPr>
            <p:ph type="body" sz="quarter" idx="33"/>
          </p:nvPr>
        </p:nvSpPr>
        <p:spPr>
          <a:xfrm>
            <a:off x="3776897" y="5681038"/>
            <a:ext cx="2808000" cy="626701"/>
          </a:xfrm>
          <a:prstGeom prst="roundRect">
            <a:avLst>
              <a:gd name="adj" fmla="val 10035"/>
            </a:avLst>
          </a:prstGeom>
          <a:solidFill>
            <a:srgbClr val="FFFFFF">
              <a:alpha val="70046"/>
            </a:srgbClr>
          </a:solidFill>
          <a:ln w="12700">
            <a:solidFill>
              <a:schemeClr val="bg1"/>
            </a:solidFill>
          </a:ln>
        </p:spPr>
        <p:txBody>
          <a:bodyPr lIns="0" tIns="0" rIns="0" bIns="0" anchor="t" anchorCtr="0">
            <a:normAutofit/>
          </a:bodyPr>
          <a:lstStyle>
            <a:lvl1pPr marL="0" indent="0">
              <a:lnSpc>
                <a:spcPct val="100000"/>
              </a:lnSpc>
              <a:buFont typeface="Arial" panose="020B0604020202020204" pitchFamily="34" charset="0"/>
              <a:buNone/>
              <a:defRPr sz="900"/>
            </a:lvl1pPr>
            <a:lvl2pPr marL="0" indent="0">
              <a:lnSpc>
                <a:spcPct val="100000"/>
              </a:lnSpc>
              <a:spcBef>
                <a:spcPts val="0"/>
              </a:spcBef>
              <a:buNone/>
              <a:defRPr sz="900" b="1" i="0">
                <a:latin typeface="Segoe UI" panose="020B0502040204020203" pitchFamily="34" charset="0"/>
                <a:cs typeface="Segoe UI" panose="020B0502040204020203" pitchFamily="34" charset="0"/>
              </a:defRPr>
            </a:lvl2pPr>
          </a:lstStyle>
          <a:p>
            <a:pPr lvl="0"/>
            <a:r>
              <a:rPr lang="en-US"/>
              <a:t>Click to edit Master text styles</a:t>
            </a:r>
          </a:p>
          <a:p>
            <a:pPr lvl="1"/>
            <a:r>
              <a:rPr lang="en-US"/>
              <a:t>Level 2</a:t>
            </a:r>
          </a:p>
        </p:txBody>
      </p:sp>
      <p:sp>
        <p:nvSpPr>
          <p:cNvPr id="189" name="Step 6 Title">
            <a:extLst>
              <a:ext uri="{FF2B5EF4-FFF2-40B4-BE49-F238E27FC236}">
                <a16:creationId xmlns:a16="http://schemas.microsoft.com/office/drawing/2014/main" id="{E07EBCA7-C1BD-E0AD-6403-14224CB1B5C6}"/>
              </a:ext>
            </a:extLst>
          </p:cNvPr>
          <p:cNvSpPr>
            <a:spLocks noGrp="1"/>
          </p:cNvSpPr>
          <p:nvPr>
            <p:ph type="body" sz="quarter" idx="28" hasCustomPrompt="1"/>
          </p:nvPr>
        </p:nvSpPr>
        <p:spPr>
          <a:xfrm>
            <a:off x="584200" y="4150071"/>
            <a:ext cx="2808000" cy="345600"/>
          </a:xfrm>
          <a:prstGeom prst="roundRect">
            <a:avLst>
              <a:gd name="adj" fmla="val 50000"/>
            </a:avLst>
          </a:prstGeom>
          <a:gradFill flip="none" rotWithShape="1">
            <a:gsLst>
              <a:gs pos="35000">
                <a:srgbClr val="0078D4"/>
              </a:gs>
              <a:gs pos="0">
                <a:srgbClr val="C03BC4"/>
              </a:gs>
            </a:gsLst>
            <a:path path="circle">
              <a:fillToRect l="100000" t="100000"/>
            </a:path>
            <a:tileRect r="-100000" b="-100000"/>
          </a:gradFill>
          <a:effectLst>
            <a:outerShdw blurRad="63500" dist="63500" dir="2700000" algn="tl" rotWithShape="0">
              <a:srgbClr val="454142">
                <a:alpha val="20000"/>
              </a:srgbClr>
            </a:outerShdw>
          </a:effectLst>
        </p:spPr>
        <p:txBody>
          <a:bodyPr anchor="ctr" anchorCtr="0">
            <a:noAutofit/>
          </a:bodyPr>
          <a:lstStyle>
            <a:lvl1pPr marL="0" indent="0" algn="ctr">
              <a:buNone/>
              <a:defRPr sz="1200" b="1" i="0">
                <a:solidFill>
                  <a:srgbClr val="FFFFFF"/>
                </a:solidFill>
                <a:latin typeface="Segoe UI Semibold" panose="020B0502040204020203" pitchFamily="34" charset="0"/>
                <a:cs typeface="Segoe UI Semibold" panose="020B0502040204020203" pitchFamily="34" charset="0"/>
              </a:defRPr>
            </a:lvl1pPr>
          </a:lstStyle>
          <a:p>
            <a:pPr lvl="0"/>
            <a:r>
              <a:rPr lang="en-US"/>
              <a:t>00:00am</a:t>
            </a:r>
          </a:p>
        </p:txBody>
      </p:sp>
      <p:sp>
        <p:nvSpPr>
          <p:cNvPr id="190" name="Step 6 Top">
            <a:extLst>
              <a:ext uri="{FF2B5EF4-FFF2-40B4-BE49-F238E27FC236}">
                <a16:creationId xmlns:a16="http://schemas.microsoft.com/office/drawing/2014/main" id="{880DDDC9-1973-AB6B-84B0-8402F7E57DD6}"/>
              </a:ext>
            </a:extLst>
          </p:cNvPr>
          <p:cNvSpPr>
            <a:spLocks noGrp="1"/>
          </p:cNvSpPr>
          <p:nvPr>
            <p:ph type="body" sz="quarter" idx="29"/>
          </p:nvPr>
        </p:nvSpPr>
        <p:spPr>
          <a:xfrm>
            <a:off x="584200" y="4584616"/>
            <a:ext cx="2808000" cy="626701"/>
          </a:xfrm>
        </p:spPr>
        <p:txBody>
          <a:bodyPr lIns="0" tIns="0" rIns="0" bIns="0">
            <a:normAutofit/>
          </a:bodyPr>
          <a:lstStyle>
            <a:lvl1pPr marL="0" indent="0">
              <a:lnSpc>
                <a:spcPct val="100000"/>
              </a:lnSpc>
              <a:spcBef>
                <a:spcPts val="0"/>
              </a:spcBef>
              <a:buNone/>
              <a:defRPr sz="900"/>
            </a:lvl1pPr>
          </a:lstStyle>
          <a:p>
            <a:pPr lvl="0"/>
            <a:r>
              <a:rPr lang="en-US"/>
              <a:t>Click to edit Master text styles</a:t>
            </a:r>
          </a:p>
        </p:txBody>
      </p:sp>
      <p:sp>
        <p:nvSpPr>
          <p:cNvPr id="191" name="Step 6 Bottom">
            <a:extLst>
              <a:ext uri="{FF2B5EF4-FFF2-40B4-BE49-F238E27FC236}">
                <a16:creationId xmlns:a16="http://schemas.microsoft.com/office/drawing/2014/main" id="{779BA1D8-105C-B66F-63AF-84DC7F622456}"/>
              </a:ext>
            </a:extLst>
          </p:cNvPr>
          <p:cNvSpPr>
            <a:spLocks noGrp="1"/>
          </p:cNvSpPr>
          <p:nvPr>
            <p:ph type="body" sz="quarter" idx="30"/>
          </p:nvPr>
        </p:nvSpPr>
        <p:spPr>
          <a:xfrm>
            <a:off x="584200" y="5681038"/>
            <a:ext cx="2808000" cy="626701"/>
          </a:xfrm>
          <a:prstGeom prst="roundRect">
            <a:avLst>
              <a:gd name="adj" fmla="val 10035"/>
            </a:avLst>
          </a:prstGeom>
          <a:solidFill>
            <a:srgbClr val="FFFFFF">
              <a:alpha val="70046"/>
            </a:srgbClr>
          </a:solidFill>
          <a:ln w="12700">
            <a:solidFill>
              <a:schemeClr val="bg1"/>
            </a:solidFill>
          </a:ln>
        </p:spPr>
        <p:txBody>
          <a:bodyPr lIns="0" tIns="0" rIns="0" bIns="0" anchor="t" anchorCtr="0">
            <a:normAutofit/>
          </a:bodyPr>
          <a:lstStyle>
            <a:lvl1pPr marL="0" indent="0">
              <a:lnSpc>
                <a:spcPct val="100000"/>
              </a:lnSpc>
              <a:buFont typeface="Arial" panose="020B0604020202020204" pitchFamily="34" charset="0"/>
              <a:buNone/>
              <a:defRPr sz="900"/>
            </a:lvl1pPr>
            <a:lvl2pPr marL="0" indent="0">
              <a:lnSpc>
                <a:spcPct val="100000"/>
              </a:lnSpc>
              <a:spcBef>
                <a:spcPts val="0"/>
              </a:spcBef>
              <a:buNone/>
              <a:defRPr sz="900" b="1" i="0">
                <a:latin typeface="Segoe UI" panose="020B0502040204020203" pitchFamily="34" charset="0"/>
                <a:cs typeface="Segoe UI" panose="020B0502040204020203" pitchFamily="34" charset="0"/>
              </a:defRPr>
            </a:lvl2pPr>
          </a:lstStyle>
          <a:p>
            <a:pPr lvl="0"/>
            <a:r>
              <a:rPr lang="en-US"/>
              <a:t>Click to edit Master text styles</a:t>
            </a:r>
          </a:p>
          <a:p>
            <a:pPr lvl="1"/>
            <a:r>
              <a:rPr lang="en-US"/>
              <a:t>Level 2</a:t>
            </a:r>
          </a:p>
        </p:txBody>
      </p:sp>
      <p:sp>
        <p:nvSpPr>
          <p:cNvPr id="5" name="Footnote">
            <a:extLst>
              <a:ext uri="{FF2B5EF4-FFF2-40B4-BE49-F238E27FC236}">
                <a16:creationId xmlns:a16="http://schemas.microsoft.com/office/drawing/2014/main" id="{31EB8337-5CD4-C7D9-AFCA-89AFAC81CFF8}"/>
              </a:ext>
            </a:extLst>
          </p:cNvPr>
          <p:cNvSpPr txBox="1">
            <a:spLocks/>
          </p:cNvSpPr>
          <p:nvPr userDrawn="1"/>
        </p:nvSpPr>
        <p:spPr>
          <a:xfrm>
            <a:off x="653131" y="6406129"/>
            <a:ext cx="9597418" cy="430887"/>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7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baseline="30000" noProof="0" dirty="0"/>
              <a:t>1</a:t>
            </a:r>
            <a:r>
              <a:rPr lang="en-US" noProof="0" dirty="0"/>
              <a:t>Access M365 Copilot Chat at </a:t>
            </a:r>
            <a:r>
              <a:rPr lang="en-US" noProof="0" dirty="0">
                <a:hlinkClick r:id="rId2"/>
              </a:rPr>
              <a:t>m365copilot.com </a:t>
            </a:r>
            <a:r>
              <a:rPr lang="en-US" noProof="0" dirty="0"/>
              <a:t>or the Microsoft 365 Copilot Chat mobile app and set toggle to “Web”.</a:t>
            </a:r>
          </a:p>
          <a:p>
            <a:r>
              <a:rPr lang="en-US" baseline="30000" noProof="0" dirty="0"/>
              <a:t>2</a:t>
            </a:r>
            <a:r>
              <a:rPr lang="en-US" noProof="0" dirty="0"/>
              <a:t>Access M365 Copilot Chat at </a:t>
            </a:r>
            <a:r>
              <a:rPr lang="en-US" noProof="0" dirty="0">
                <a:hlinkClick r:id="rId2"/>
              </a:rPr>
              <a:t>m365copilot.com</a:t>
            </a:r>
            <a:r>
              <a:rPr lang="en-US" noProof="0" dirty="0"/>
              <a:t>, the Microsoft 365 Copilot Chat mobile app, or the M365 Copilot Chat app in Teams, and set toggle to “Work”.</a:t>
            </a:r>
          </a:p>
          <a:p>
            <a:r>
              <a:rPr lang="en-US" baseline="30000" noProof="0" dirty="0"/>
              <a:t>3</a:t>
            </a:r>
            <a:r>
              <a:rPr lang="en-US" noProof="0" dirty="0"/>
              <a:t>AI Agents allow Copilot to access your organization-specific apps. In the past this would have required an API call to get data from a system of record.</a:t>
            </a:r>
          </a:p>
          <a:p>
            <a:r>
              <a:rPr kumimoji="0" lang="en-US" sz="7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The content in this example scenario is for demonstration purposes only. You should evaluate how Copilot aligns with your organization’s business processes, regulatory requirements, and responsible AI principles.</a:t>
            </a:r>
          </a:p>
        </p:txBody>
      </p:sp>
    </p:spTree>
    <p:extLst>
      <p:ext uri="{BB962C8B-B14F-4D97-AF65-F5344CB8AC3E}">
        <p14:creationId xmlns:p14="http://schemas.microsoft.com/office/powerpoint/2010/main" val="369111822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sv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r:embed="rId11">
            <a:extLst>
              <a:ext uri="{28A0092B-C50C-407E-A947-70E740481C1C}">
                <a14:useLocalDpi xmlns:a14="http://schemas.microsoft.com/office/drawing/2010/main"/>
              </a:ext>
              <a:ext uri="{96DAC541-7B7A-43D3-8B79-37D633B846F1}">
                <asvg:svgBlip xmlns:asvg="http://schemas.microsoft.com/office/drawing/2016/SVG/main" r:embed="rId12"/>
              </a:ext>
            </a:extLst>
          </a:blip>
          <a:srcRect/>
          <a:stretch/>
        </p:blipFill>
        <p:spPr>
          <a:xfrm rot="5400000">
            <a:off x="9509919" y="2743200"/>
            <a:ext cx="6858000" cy="1371600"/>
          </a:xfrm>
          <a:prstGeom prst="rect">
            <a:avLst/>
          </a:prstGeom>
        </p:spPr>
      </p:pic>
    </p:spTree>
    <p:extLst>
      <p:ext uri="{BB962C8B-B14F-4D97-AF65-F5344CB8AC3E}">
        <p14:creationId xmlns:p14="http://schemas.microsoft.com/office/powerpoint/2010/main" val="50379286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9" r:id="rId8"/>
    <p:sldLayoutId id="2147483670" r:id="rId9"/>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92">
          <p15:clr>
            <a:srgbClr val="A4A3A4"/>
          </p15:clr>
        </p15:guide>
        <p15:guide id="29" orient="horz" pos="4135">
          <p15:clr>
            <a:srgbClr val="A4A3A4"/>
          </p15:clr>
        </p15:guide>
        <p15:guide id="30" pos="7488">
          <p15:clr>
            <a:srgbClr val="A4A3A4"/>
          </p15:clr>
        </p15:guide>
        <p15:guide id="31" orient="horz" pos="4008">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oleObject" Target="../embeddings/oleObject1.bin"/><Relationship Id="rId7" Type="http://schemas.openxmlformats.org/officeDocument/2006/relationships/image" Target="../media/image11.png"/><Relationship Id="rId2" Type="http://schemas.openxmlformats.org/officeDocument/2006/relationships/slideLayout" Target="../slideLayouts/slideLayout7.xml"/><Relationship Id="rId1" Type="http://schemas.openxmlformats.org/officeDocument/2006/relationships/tags" Target="../tags/tag1.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emf"/><Relationship Id="rId9"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8CE36EC4-7F41-47D0-BEF8-C919E9C7455B}"/>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32" imgH="530" progId="TCLayout.ActiveDocument.1">
                  <p:embed/>
                </p:oleObj>
              </mc:Choice>
              <mc:Fallback>
                <p:oleObj name="think-cell Slide" r:id="rId3" imgW="532" imgH="530" progId="TCLayout.ActiveDocument.1">
                  <p:embed/>
                  <p:pic>
                    <p:nvPicPr>
                      <p:cNvPr id="7" name="think-cell data - do not delete" hidden="1">
                        <a:extLst>
                          <a:ext uri="{FF2B5EF4-FFF2-40B4-BE49-F238E27FC236}">
                            <a16:creationId xmlns:a16="http://schemas.microsoft.com/office/drawing/2014/main" id="{8CE36EC4-7F41-47D0-BEF8-C919E9C7455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Text Placeholder 8">
            <a:extLst>
              <a:ext uri="{FF2B5EF4-FFF2-40B4-BE49-F238E27FC236}">
                <a16:creationId xmlns:a16="http://schemas.microsoft.com/office/drawing/2014/main" id="{C51CA36A-4A2C-E30C-FF75-F1B454518290}"/>
              </a:ext>
            </a:extLst>
          </p:cNvPr>
          <p:cNvSpPr>
            <a:spLocks noGrp="1"/>
          </p:cNvSpPr>
          <p:nvPr>
            <p:ph type="body" sz="quarter" idx="32"/>
          </p:nvPr>
        </p:nvSpPr>
        <p:spPr>
          <a:xfrm>
            <a:off x="311388" y="1026303"/>
            <a:ext cx="2431246" cy="1131079"/>
          </a:xfrm>
        </p:spPr>
        <p:txBody>
          <a:bodyPr/>
          <a:lstStyle/>
          <a:p>
            <a:r>
              <a:rPr lang="en-US" dirty="0"/>
              <a:t>IT professionals can use agents to create a self-service workflow for device acquisitions by end-users that assists with selection and approvals.</a:t>
            </a:r>
          </a:p>
        </p:txBody>
      </p:sp>
      <p:sp>
        <p:nvSpPr>
          <p:cNvPr id="29" name="Text Placeholder 28">
            <a:extLst>
              <a:ext uri="{FF2B5EF4-FFF2-40B4-BE49-F238E27FC236}">
                <a16:creationId xmlns:a16="http://schemas.microsoft.com/office/drawing/2014/main" id="{B5675950-C58E-27F9-8910-C88CDA6CAC56}"/>
              </a:ext>
            </a:extLst>
          </p:cNvPr>
          <p:cNvSpPr>
            <a:spLocks noGrp="1"/>
          </p:cNvSpPr>
          <p:nvPr>
            <p:ph type="body" sz="quarter" idx="33"/>
          </p:nvPr>
        </p:nvSpPr>
        <p:spPr>
          <a:xfrm>
            <a:off x="304800" y="322105"/>
            <a:ext cx="2057400" cy="492443"/>
          </a:xfrm>
        </p:spPr>
        <p:txBody>
          <a:bodyPr/>
          <a:lstStyle/>
          <a:p>
            <a:r>
              <a:rPr lang="en-US" sz="1600" dirty="0"/>
              <a:t>Information Technology </a:t>
            </a:r>
          </a:p>
        </p:txBody>
      </p:sp>
      <p:sp>
        <p:nvSpPr>
          <p:cNvPr id="114" name="Text Placeholder 113">
            <a:extLst>
              <a:ext uri="{FF2B5EF4-FFF2-40B4-BE49-F238E27FC236}">
                <a16:creationId xmlns:a16="http://schemas.microsoft.com/office/drawing/2014/main" id="{EE42F46B-2A61-037F-474B-5D3248E6B6D1}"/>
              </a:ext>
            </a:extLst>
          </p:cNvPr>
          <p:cNvSpPr>
            <a:spLocks noGrp="1"/>
          </p:cNvSpPr>
          <p:nvPr>
            <p:ph type="body" sz="quarter" idx="30"/>
          </p:nvPr>
        </p:nvSpPr>
        <p:spPr>
          <a:xfrm>
            <a:off x="10430351" y="521099"/>
            <a:ext cx="1456966" cy="175614"/>
          </a:xfrm>
        </p:spPr>
        <p:txBody>
          <a:bodyPr/>
          <a:lstStyle/>
          <a:p>
            <a:r>
              <a:rPr lang="en-US" noProof="0" dirty="0"/>
              <a:t>Extend</a:t>
            </a:r>
          </a:p>
        </p:txBody>
      </p:sp>
      <p:sp>
        <p:nvSpPr>
          <p:cNvPr id="112" name="Text Placeholder 111">
            <a:extLst>
              <a:ext uri="{FF2B5EF4-FFF2-40B4-BE49-F238E27FC236}">
                <a16:creationId xmlns:a16="http://schemas.microsoft.com/office/drawing/2014/main" id="{785D6CA4-CB14-E3FA-3F00-61696A1FC1F9}"/>
              </a:ext>
            </a:extLst>
          </p:cNvPr>
          <p:cNvSpPr>
            <a:spLocks noGrp="1"/>
          </p:cNvSpPr>
          <p:nvPr>
            <p:ph type="body" sz="quarter" idx="17"/>
          </p:nvPr>
        </p:nvSpPr>
        <p:spPr>
          <a:xfrm>
            <a:off x="7149557" y="521100"/>
            <a:ext cx="2969488" cy="169277"/>
          </a:xfrm>
        </p:spPr>
        <p:txBody>
          <a:bodyPr/>
          <a:lstStyle/>
          <a:p>
            <a:r>
              <a:rPr lang="en-US" noProof="0" dirty="0"/>
              <a:t>Copilot Studio</a:t>
            </a:r>
          </a:p>
        </p:txBody>
      </p:sp>
      <p:sp>
        <p:nvSpPr>
          <p:cNvPr id="22" name="Title 21">
            <a:extLst>
              <a:ext uri="{FF2B5EF4-FFF2-40B4-BE49-F238E27FC236}">
                <a16:creationId xmlns:a16="http://schemas.microsoft.com/office/drawing/2014/main" id="{5E8B8C32-4779-5EAB-B0D4-EE21DF900BF1}"/>
              </a:ext>
            </a:extLst>
          </p:cNvPr>
          <p:cNvSpPr>
            <a:spLocks noGrp="1"/>
          </p:cNvSpPr>
          <p:nvPr>
            <p:ph type="title"/>
          </p:nvPr>
        </p:nvSpPr>
        <p:spPr>
          <a:xfrm>
            <a:off x="2492556" y="429376"/>
            <a:ext cx="4144817" cy="276999"/>
          </a:xfrm>
        </p:spPr>
        <p:txBody>
          <a:bodyPr/>
          <a:lstStyle/>
          <a:p>
            <a:r>
              <a:rPr lang="en-US" dirty="0"/>
              <a:t>Assisted device acquisition</a:t>
            </a:r>
          </a:p>
        </p:txBody>
      </p:sp>
      <p:sp>
        <p:nvSpPr>
          <p:cNvPr id="129" name="Text Placeholder 128">
            <a:extLst>
              <a:ext uri="{FF2B5EF4-FFF2-40B4-BE49-F238E27FC236}">
                <a16:creationId xmlns:a16="http://schemas.microsoft.com/office/drawing/2014/main" id="{F04A8C4F-83AD-A7CA-3B02-C61D3295D703}"/>
              </a:ext>
            </a:extLst>
          </p:cNvPr>
          <p:cNvSpPr>
            <a:spLocks noGrp="1"/>
          </p:cNvSpPr>
          <p:nvPr>
            <p:ph type="body" sz="quarter" idx="69"/>
          </p:nvPr>
        </p:nvSpPr>
        <p:spPr>
          <a:xfrm>
            <a:off x="3182890" y="2725494"/>
            <a:ext cx="2572262" cy="712876"/>
          </a:xfrm>
        </p:spPr>
        <p:txBody>
          <a:bodyPr/>
          <a:lstStyle/>
          <a:p>
            <a:r>
              <a:rPr lang="en-US" noProof="0" dirty="0"/>
              <a:t>Activity: In Teams open the Device Selection and Purchase app.</a:t>
            </a:r>
          </a:p>
        </p:txBody>
      </p:sp>
      <p:sp>
        <p:nvSpPr>
          <p:cNvPr id="111" name="Text Placeholder 110">
            <a:extLst>
              <a:ext uri="{FF2B5EF4-FFF2-40B4-BE49-F238E27FC236}">
                <a16:creationId xmlns:a16="http://schemas.microsoft.com/office/drawing/2014/main" id="{0ED5024F-07EF-221D-ED2C-9EEF92488CC9}"/>
              </a:ext>
            </a:extLst>
          </p:cNvPr>
          <p:cNvSpPr>
            <a:spLocks noGrp="1"/>
          </p:cNvSpPr>
          <p:nvPr>
            <p:ph type="body" sz="quarter" idx="11"/>
          </p:nvPr>
        </p:nvSpPr>
        <p:spPr>
          <a:xfrm>
            <a:off x="3182890" y="1112478"/>
            <a:ext cx="2572262" cy="153888"/>
          </a:xfrm>
        </p:spPr>
        <p:txBody>
          <a:bodyPr/>
          <a:lstStyle/>
          <a:p>
            <a:r>
              <a:rPr lang="en-US" noProof="0" dirty="0"/>
              <a:t>Access device purchase app</a:t>
            </a:r>
          </a:p>
        </p:txBody>
      </p:sp>
      <p:sp>
        <p:nvSpPr>
          <p:cNvPr id="113" name="Text Placeholder 112">
            <a:extLst>
              <a:ext uri="{FF2B5EF4-FFF2-40B4-BE49-F238E27FC236}">
                <a16:creationId xmlns:a16="http://schemas.microsoft.com/office/drawing/2014/main" id="{C709C4D9-1178-F565-C8CA-DFCDB1840E5C}"/>
              </a:ext>
            </a:extLst>
          </p:cNvPr>
          <p:cNvSpPr>
            <a:spLocks noGrp="1"/>
          </p:cNvSpPr>
          <p:nvPr>
            <p:ph type="body" sz="quarter" idx="18"/>
          </p:nvPr>
        </p:nvSpPr>
        <p:spPr>
          <a:xfrm>
            <a:off x="3182938" y="1438275"/>
            <a:ext cx="2571750" cy="627063"/>
          </a:xfrm>
        </p:spPr>
        <p:txBody>
          <a:bodyPr/>
          <a:lstStyle/>
          <a:p>
            <a:r>
              <a:rPr lang="en-US" noProof="0" dirty="0"/>
              <a:t>Using a Teams app access a custom AI Agent built with Copilot Studio that assists users in selecting and ordering a new device.</a:t>
            </a:r>
          </a:p>
        </p:txBody>
      </p:sp>
      <p:sp>
        <p:nvSpPr>
          <p:cNvPr id="118" name="Text Placeholder 117">
            <a:extLst>
              <a:ext uri="{FF2B5EF4-FFF2-40B4-BE49-F238E27FC236}">
                <a16:creationId xmlns:a16="http://schemas.microsoft.com/office/drawing/2014/main" id="{60C968EA-2310-4A8B-A55C-C657376D0AE8}"/>
              </a:ext>
            </a:extLst>
          </p:cNvPr>
          <p:cNvSpPr>
            <a:spLocks noGrp="1"/>
          </p:cNvSpPr>
          <p:nvPr>
            <p:ph type="body" sz="quarter" idx="42"/>
          </p:nvPr>
        </p:nvSpPr>
        <p:spPr>
          <a:xfrm>
            <a:off x="6066682" y="1112478"/>
            <a:ext cx="2572262" cy="153888"/>
          </a:xfrm>
        </p:spPr>
        <p:txBody>
          <a:bodyPr/>
          <a:lstStyle/>
          <a:p>
            <a:r>
              <a:rPr lang="en-US" noProof="0" dirty="0"/>
              <a:t>Answer usage questions</a:t>
            </a:r>
          </a:p>
        </p:txBody>
      </p:sp>
      <p:sp>
        <p:nvSpPr>
          <p:cNvPr id="119" name="Text Placeholder 118">
            <a:extLst>
              <a:ext uri="{FF2B5EF4-FFF2-40B4-BE49-F238E27FC236}">
                <a16:creationId xmlns:a16="http://schemas.microsoft.com/office/drawing/2014/main" id="{27413927-4C90-CEB1-0F37-126935DD7B97}"/>
              </a:ext>
            </a:extLst>
          </p:cNvPr>
          <p:cNvSpPr>
            <a:spLocks noGrp="1"/>
          </p:cNvSpPr>
          <p:nvPr>
            <p:ph type="body" sz="quarter" idx="43"/>
          </p:nvPr>
        </p:nvSpPr>
        <p:spPr>
          <a:xfrm>
            <a:off x="6066682" y="1438715"/>
            <a:ext cx="2572262" cy="626701"/>
          </a:xfrm>
        </p:spPr>
        <p:txBody>
          <a:bodyPr/>
          <a:lstStyle/>
          <a:p>
            <a:r>
              <a:rPr lang="en-US" noProof="0" dirty="0"/>
              <a:t>Answer a series of questions about typical usage patterns. The app determines follow up questions based on the responses given.</a:t>
            </a:r>
          </a:p>
        </p:txBody>
      </p:sp>
      <p:sp>
        <p:nvSpPr>
          <p:cNvPr id="123" name="Text Placeholder 122">
            <a:extLst>
              <a:ext uri="{FF2B5EF4-FFF2-40B4-BE49-F238E27FC236}">
                <a16:creationId xmlns:a16="http://schemas.microsoft.com/office/drawing/2014/main" id="{4E059058-C872-A950-ED14-BB79C88E2826}"/>
              </a:ext>
            </a:extLst>
          </p:cNvPr>
          <p:cNvSpPr>
            <a:spLocks noGrp="1"/>
          </p:cNvSpPr>
          <p:nvPr>
            <p:ph type="body" sz="quarter" idx="68"/>
          </p:nvPr>
        </p:nvSpPr>
        <p:spPr>
          <a:xfrm>
            <a:off x="8950475" y="2725494"/>
            <a:ext cx="2572262" cy="712876"/>
          </a:xfrm>
        </p:spPr>
        <p:txBody>
          <a:bodyPr/>
          <a:lstStyle/>
          <a:p>
            <a:r>
              <a:rPr lang="en-US" noProof="0" dirty="0"/>
              <a:t>Activity: Review the suggested devices and select the one that is most preferred.</a:t>
            </a:r>
          </a:p>
        </p:txBody>
      </p:sp>
      <p:sp>
        <p:nvSpPr>
          <p:cNvPr id="121" name="Text Placeholder 120">
            <a:extLst>
              <a:ext uri="{FF2B5EF4-FFF2-40B4-BE49-F238E27FC236}">
                <a16:creationId xmlns:a16="http://schemas.microsoft.com/office/drawing/2014/main" id="{EDD87655-E31E-5321-BFEA-FDE305668741}"/>
              </a:ext>
            </a:extLst>
          </p:cNvPr>
          <p:cNvSpPr>
            <a:spLocks noGrp="1"/>
          </p:cNvSpPr>
          <p:nvPr>
            <p:ph type="body" sz="quarter" idx="45"/>
          </p:nvPr>
        </p:nvSpPr>
        <p:spPr>
          <a:xfrm>
            <a:off x="8950475" y="1112478"/>
            <a:ext cx="2572262" cy="153888"/>
          </a:xfrm>
        </p:spPr>
        <p:txBody>
          <a:bodyPr/>
          <a:lstStyle/>
          <a:p>
            <a:r>
              <a:rPr lang="en-US" noProof="0" dirty="0"/>
              <a:t>Review recommendations</a:t>
            </a:r>
          </a:p>
        </p:txBody>
      </p:sp>
      <p:sp>
        <p:nvSpPr>
          <p:cNvPr id="122" name="Text Placeholder 121">
            <a:extLst>
              <a:ext uri="{FF2B5EF4-FFF2-40B4-BE49-F238E27FC236}">
                <a16:creationId xmlns:a16="http://schemas.microsoft.com/office/drawing/2014/main" id="{D46E52EA-4796-8A8E-499E-2A2F46C5F046}"/>
              </a:ext>
            </a:extLst>
          </p:cNvPr>
          <p:cNvSpPr>
            <a:spLocks noGrp="1"/>
          </p:cNvSpPr>
          <p:nvPr>
            <p:ph type="body" sz="quarter" idx="46"/>
          </p:nvPr>
        </p:nvSpPr>
        <p:spPr>
          <a:xfrm>
            <a:off x="8950475" y="1438715"/>
            <a:ext cx="2572262" cy="626701"/>
          </a:xfrm>
        </p:spPr>
        <p:txBody>
          <a:bodyPr/>
          <a:lstStyle/>
          <a:p>
            <a:r>
              <a:rPr lang="en-US" noProof="0" dirty="0"/>
              <a:t>The app interprets the responses and uses additional information like the person’s role to provide a selection of a few applicable devices from the preapproved vendor list with their capabilities and pricing.</a:t>
            </a:r>
          </a:p>
        </p:txBody>
      </p:sp>
      <p:sp>
        <p:nvSpPr>
          <p:cNvPr id="132" name="Text Placeholder 131">
            <a:extLst>
              <a:ext uri="{FF2B5EF4-FFF2-40B4-BE49-F238E27FC236}">
                <a16:creationId xmlns:a16="http://schemas.microsoft.com/office/drawing/2014/main" id="{6090F504-3A38-DD22-51D7-C50BDD543ACE}"/>
              </a:ext>
            </a:extLst>
          </p:cNvPr>
          <p:cNvSpPr>
            <a:spLocks noGrp="1"/>
          </p:cNvSpPr>
          <p:nvPr>
            <p:ph type="body" sz="quarter" idx="70"/>
          </p:nvPr>
        </p:nvSpPr>
        <p:spPr>
          <a:xfrm>
            <a:off x="6066682" y="2725494"/>
            <a:ext cx="2572262" cy="712876"/>
          </a:xfrm>
        </p:spPr>
        <p:txBody>
          <a:bodyPr/>
          <a:lstStyle/>
          <a:p>
            <a:r>
              <a:rPr lang="en-US" noProof="0" dirty="0"/>
              <a:t>Activity: Answer questions from the bot about applications used, mobility requirements, meeting requirements, etc.</a:t>
            </a:r>
          </a:p>
        </p:txBody>
      </p:sp>
      <p:sp>
        <p:nvSpPr>
          <p:cNvPr id="124" name="Text Placeholder 123">
            <a:extLst>
              <a:ext uri="{FF2B5EF4-FFF2-40B4-BE49-F238E27FC236}">
                <a16:creationId xmlns:a16="http://schemas.microsoft.com/office/drawing/2014/main" id="{16AA66E0-7A44-AC51-E682-A3E72415E29A}"/>
              </a:ext>
            </a:extLst>
          </p:cNvPr>
          <p:cNvSpPr>
            <a:spLocks noGrp="1"/>
          </p:cNvSpPr>
          <p:nvPr>
            <p:ph type="body" sz="quarter" idx="48"/>
          </p:nvPr>
        </p:nvSpPr>
        <p:spPr>
          <a:xfrm>
            <a:off x="3182890" y="5334522"/>
            <a:ext cx="2572262" cy="712876"/>
          </a:xfrm>
        </p:spPr>
        <p:txBody>
          <a:bodyPr/>
          <a:lstStyle/>
          <a:p>
            <a:r>
              <a:rPr lang="en-US" noProof="0" dirty="0"/>
              <a:t>Activity: Use the Device Selection and Purchase app to track progress on the device delivery.</a:t>
            </a:r>
          </a:p>
        </p:txBody>
      </p:sp>
      <p:sp>
        <p:nvSpPr>
          <p:cNvPr id="125" name="Text Placeholder 124">
            <a:extLst>
              <a:ext uri="{FF2B5EF4-FFF2-40B4-BE49-F238E27FC236}">
                <a16:creationId xmlns:a16="http://schemas.microsoft.com/office/drawing/2014/main" id="{DD1ED41F-B018-2A27-3DA5-2D97FA1D6CE5}"/>
              </a:ext>
            </a:extLst>
          </p:cNvPr>
          <p:cNvSpPr>
            <a:spLocks noGrp="1"/>
          </p:cNvSpPr>
          <p:nvPr>
            <p:ph type="body" sz="quarter" idx="49"/>
          </p:nvPr>
        </p:nvSpPr>
        <p:spPr>
          <a:xfrm>
            <a:off x="3182890" y="3725103"/>
            <a:ext cx="2572262" cy="153888"/>
          </a:xfrm>
        </p:spPr>
        <p:txBody>
          <a:bodyPr/>
          <a:lstStyle/>
          <a:p>
            <a:r>
              <a:rPr lang="en-US" noProof="0" dirty="0"/>
              <a:t>Tracking shipment</a:t>
            </a:r>
          </a:p>
        </p:txBody>
      </p:sp>
      <p:sp>
        <p:nvSpPr>
          <p:cNvPr id="126" name="Text Placeholder 125">
            <a:extLst>
              <a:ext uri="{FF2B5EF4-FFF2-40B4-BE49-F238E27FC236}">
                <a16:creationId xmlns:a16="http://schemas.microsoft.com/office/drawing/2014/main" id="{29525E77-037A-B580-4CC0-674F8D6244A2}"/>
              </a:ext>
            </a:extLst>
          </p:cNvPr>
          <p:cNvSpPr>
            <a:spLocks noGrp="1"/>
          </p:cNvSpPr>
          <p:nvPr>
            <p:ph type="body" sz="quarter" idx="50"/>
          </p:nvPr>
        </p:nvSpPr>
        <p:spPr>
          <a:xfrm>
            <a:off x="3182890" y="4050957"/>
            <a:ext cx="2572262" cy="626701"/>
          </a:xfrm>
        </p:spPr>
        <p:txBody>
          <a:bodyPr/>
          <a:lstStyle/>
          <a:p>
            <a:r>
              <a:rPr lang="en-US" noProof="0" dirty="0"/>
              <a:t>The app places the order with the device supplier and confirms the order and delivery data with the user via email. The user can track progress on the order via the app.</a:t>
            </a:r>
          </a:p>
        </p:txBody>
      </p:sp>
      <p:sp>
        <p:nvSpPr>
          <p:cNvPr id="127" name="Text Placeholder 126">
            <a:extLst>
              <a:ext uri="{FF2B5EF4-FFF2-40B4-BE49-F238E27FC236}">
                <a16:creationId xmlns:a16="http://schemas.microsoft.com/office/drawing/2014/main" id="{FBA74F1C-0F08-B72A-91B2-5216F58F7279}"/>
              </a:ext>
            </a:extLst>
          </p:cNvPr>
          <p:cNvSpPr>
            <a:spLocks noGrp="1"/>
          </p:cNvSpPr>
          <p:nvPr>
            <p:ph type="body" sz="quarter" idx="51"/>
          </p:nvPr>
        </p:nvSpPr>
        <p:spPr>
          <a:xfrm>
            <a:off x="6066682" y="3725103"/>
            <a:ext cx="2572262" cy="153888"/>
          </a:xfrm>
        </p:spPr>
        <p:txBody>
          <a:bodyPr/>
          <a:lstStyle/>
          <a:p>
            <a:r>
              <a:rPr lang="en-US" noProof="0" dirty="0"/>
              <a:t>Manager approval</a:t>
            </a:r>
          </a:p>
        </p:txBody>
      </p:sp>
      <p:sp>
        <p:nvSpPr>
          <p:cNvPr id="128" name="Text Placeholder 127">
            <a:extLst>
              <a:ext uri="{FF2B5EF4-FFF2-40B4-BE49-F238E27FC236}">
                <a16:creationId xmlns:a16="http://schemas.microsoft.com/office/drawing/2014/main" id="{AE8E3D55-CC36-C900-C77B-F36DAFC38290}"/>
              </a:ext>
            </a:extLst>
          </p:cNvPr>
          <p:cNvSpPr>
            <a:spLocks noGrp="1"/>
          </p:cNvSpPr>
          <p:nvPr>
            <p:ph type="body" sz="quarter" idx="52"/>
          </p:nvPr>
        </p:nvSpPr>
        <p:spPr>
          <a:xfrm>
            <a:off x="6066682" y="4050957"/>
            <a:ext cx="2572262" cy="626701"/>
          </a:xfrm>
        </p:spPr>
        <p:txBody>
          <a:bodyPr/>
          <a:lstStyle/>
          <a:p>
            <a:r>
              <a:rPr lang="en-US" noProof="0" dirty="0"/>
              <a:t>The app sends an email to the user’s manager with the order information and a link to approve.</a:t>
            </a:r>
          </a:p>
        </p:txBody>
      </p:sp>
      <p:sp>
        <p:nvSpPr>
          <p:cNvPr id="117" name="Text Placeholder 116">
            <a:extLst>
              <a:ext uri="{FF2B5EF4-FFF2-40B4-BE49-F238E27FC236}">
                <a16:creationId xmlns:a16="http://schemas.microsoft.com/office/drawing/2014/main" id="{5B8E5EA6-2936-F39E-833A-2917F9B7A7F8}"/>
              </a:ext>
            </a:extLst>
          </p:cNvPr>
          <p:cNvSpPr>
            <a:spLocks noGrp="1"/>
          </p:cNvSpPr>
          <p:nvPr>
            <p:ph type="body" sz="quarter" idx="66"/>
          </p:nvPr>
        </p:nvSpPr>
        <p:spPr>
          <a:xfrm>
            <a:off x="8950475" y="5334522"/>
            <a:ext cx="2572262" cy="712876"/>
          </a:xfrm>
        </p:spPr>
        <p:txBody>
          <a:bodyPr/>
          <a:lstStyle/>
          <a:p>
            <a:r>
              <a:rPr lang="en-US" noProof="0" dirty="0"/>
              <a:t>Activity: Place the order in the app.</a:t>
            </a:r>
          </a:p>
        </p:txBody>
      </p:sp>
      <p:sp>
        <p:nvSpPr>
          <p:cNvPr id="130" name="Text Placeholder 129">
            <a:extLst>
              <a:ext uri="{FF2B5EF4-FFF2-40B4-BE49-F238E27FC236}">
                <a16:creationId xmlns:a16="http://schemas.microsoft.com/office/drawing/2014/main" id="{76964CE4-0EC9-20DD-D79B-E5703FB7EF44}"/>
              </a:ext>
            </a:extLst>
          </p:cNvPr>
          <p:cNvSpPr>
            <a:spLocks noGrp="1"/>
          </p:cNvSpPr>
          <p:nvPr>
            <p:ph type="body" sz="quarter" idx="54"/>
          </p:nvPr>
        </p:nvSpPr>
        <p:spPr>
          <a:xfrm>
            <a:off x="8950475" y="3725103"/>
            <a:ext cx="2572262" cy="153888"/>
          </a:xfrm>
        </p:spPr>
        <p:txBody>
          <a:bodyPr/>
          <a:lstStyle/>
          <a:p>
            <a:r>
              <a:rPr lang="en-US" noProof="0" dirty="0"/>
              <a:t>Place order</a:t>
            </a:r>
          </a:p>
        </p:txBody>
      </p:sp>
      <p:sp>
        <p:nvSpPr>
          <p:cNvPr id="131" name="Text Placeholder 130">
            <a:extLst>
              <a:ext uri="{FF2B5EF4-FFF2-40B4-BE49-F238E27FC236}">
                <a16:creationId xmlns:a16="http://schemas.microsoft.com/office/drawing/2014/main" id="{F11D916E-622B-059C-4B11-754D6FDB4EC7}"/>
              </a:ext>
            </a:extLst>
          </p:cNvPr>
          <p:cNvSpPr>
            <a:spLocks noGrp="1"/>
          </p:cNvSpPr>
          <p:nvPr>
            <p:ph type="body" sz="quarter" idx="55"/>
          </p:nvPr>
        </p:nvSpPr>
        <p:spPr>
          <a:xfrm>
            <a:off x="8950475" y="4050957"/>
            <a:ext cx="2572262" cy="626701"/>
          </a:xfrm>
        </p:spPr>
        <p:txBody>
          <a:bodyPr/>
          <a:lstStyle/>
          <a:p>
            <a:r>
              <a:rPr lang="en-US" noProof="0" dirty="0"/>
              <a:t>After the selection is made, the app initiates the ordering process, which includes an approval process.</a:t>
            </a:r>
          </a:p>
        </p:txBody>
      </p:sp>
      <p:sp>
        <p:nvSpPr>
          <p:cNvPr id="120" name="Text Placeholder 119">
            <a:extLst>
              <a:ext uri="{FF2B5EF4-FFF2-40B4-BE49-F238E27FC236}">
                <a16:creationId xmlns:a16="http://schemas.microsoft.com/office/drawing/2014/main" id="{1963B387-F35C-2FFF-F9B2-D729B3D8064F}"/>
              </a:ext>
            </a:extLst>
          </p:cNvPr>
          <p:cNvSpPr>
            <a:spLocks noGrp="1"/>
          </p:cNvSpPr>
          <p:nvPr>
            <p:ph type="body" sz="quarter" idx="67"/>
          </p:nvPr>
        </p:nvSpPr>
        <p:spPr>
          <a:xfrm>
            <a:off x="6066682" y="5334522"/>
            <a:ext cx="2572262" cy="712876"/>
          </a:xfrm>
        </p:spPr>
        <p:txBody>
          <a:bodyPr/>
          <a:lstStyle/>
          <a:p>
            <a:r>
              <a:rPr lang="en-US" noProof="0" dirty="0"/>
              <a:t>Activity: The manager uses the link to open the Teams app and approve the order.</a:t>
            </a:r>
          </a:p>
        </p:txBody>
      </p:sp>
      <p:sp>
        <p:nvSpPr>
          <p:cNvPr id="133" name="Text Placeholder 132">
            <a:extLst>
              <a:ext uri="{FF2B5EF4-FFF2-40B4-BE49-F238E27FC236}">
                <a16:creationId xmlns:a16="http://schemas.microsoft.com/office/drawing/2014/main" id="{4ED59F08-76F8-64BC-5D50-C89A8CCDE38F}"/>
              </a:ext>
            </a:extLst>
          </p:cNvPr>
          <p:cNvSpPr>
            <a:spLocks noGrp="1"/>
          </p:cNvSpPr>
          <p:nvPr>
            <p:ph type="body" sz="quarter" idx="64"/>
          </p:nvPr>
        </p:nvSpPr>
        <p:spPr>
          <a:xfrm>
            <a:off x="320721" y="4709762"/>
            <a:ext cx="1131651" cy="219456"/>
          </a:xfrm>
        </p:spPr>
        <p:txBody>
          <a:bodyPr/>
          <a:lstStyle/>
          <a:p>
            <a:r>
              <a:rPr lang="en-US" noProof="0" dirty="0"/>
              <a:t>Value benefit</a:t>
            </a:r>
          </a:p>
        </p:txBody>
      </p:sp>
      <p:sp>
        <p:nvSpPr>
          <p:cNvPr id="134" name="Text Placeholder 133">
            <a:extLst>
              <a:ext uri="{FF2B5EF4-FFF2-40B4-BE49-F238E27FC236}">
                <a16:creationId xmlns:a16="http://schemas.microsoft.com/office/drawing/2014/main" id="{E139774D-FB0B-F1EC-9686-61265218D007}"/>
              </a:ext>
            </a:extLst>
          </p:cNvPr>
          <p:cNvSpPr>
            <a:spLocks noGrp="1"/>
          </p:cNvSpPr>
          <p:nvPr>
            <p:ph type="body" sz="quarter" idx="65"/>
          </p:nvPr>
        </p:nvSpPr>
        <p:spPr>
          <a:xfrm>
            <a:off x="320721" y="3467940"/>
            <a:ext cx="1131650" cy="219456"/>
          </a:xfrm>
        </p:spPr>
        <p:txBody>
          <a:bodyPr/>
          <a:lstStyle/>
          <a:p>
            <a:r>
              <a:rPr lang="en-US" noProof="0" dirty="0"/>
              <a:t>KPIs impacted</a:t>
            </a:r>
          </a:p>
        </p:txBody>
      </p:sp>
      <p:grpSp>
        <p:nvGrpSpPr>
          <p:cNvPr id="2" name="Group 1">
            <a:extLst>
              <a:ext uri="{FF2B5EF4-FFF2-40B4-BE49-F238E27FC236}">
                <a16:creationId xmlns:a16="http://schemas.microsoft.com/office/drawing/2014/main" id="{756EE5DB-CBC0-28E0-07B9-0488D5602FBD}"/>
              </a:ext>
            </a:extLst>
          </p:cNvPr>
          <p:cNvGrpSpPr/>
          <p:nvPr/>
        </p:nvGrpSpPr>
        <p:grpSpPr>
          <a:xfrm>
            <a:off x="320719" y="3778836"/>
            <a:ext cx="1771607" cy="504622"/>
            <a:chOff x="320719" y="4228589"/>
            <a:chExt cx="1771607" cy="504622"/>
          </a:xfrm>
        </p:grpSpPr>
        <p:grpSp>
          <p:nvGrpSpPr>
            <p:cNvPr id="3" name="Group 2">
              <a:extLst>
                <a:ext uri="{FF2B5EF4-FFF2-40B4-BE49-F238E27FC236}">
                  <a16:creationId xmlns:a16="http://schemas.microsoft.com/office/drawing/2014/main" id="{7EBE3C95-9281-C043-3909-B5DEEA64BB1F}"/>
                </a:ext>
              </a:extLst>
            </p:cNvPr>
            <p:cNvGrpSpPr/>
            <p:nvPr/>
          </p:nvGrpSpPr>
          <p:grpSpPr>
            <a:xfrm>
              <a:off x="320719" y="4228589"/>
              <a:ext cx="1771605" cy="216000"/>
              <a:chOff x="320719" y="4224848"/>
              <a:chExt cx="1771605" cy="219456"/>
            </a:xfrm>
          </p:grpSpPr>
          <p:sp>
            <p:nvSpPr>
              <p:cNvPr id="18" name="Rectangle: Rounded Corners 6">
                <a:extLst>
                  <a:ext uri="{FF2B5EF4-FFF2-40B4-BE49-F238E27FC236}">
                    <a16:creationId xmlns:a16="http://schemas.microsoft.com/office/drawing/2014/main" id="{BEAB1B34-EA57-C8AD-2816-B7E9BCBA9DD8}"/>
                  </a:ext>
                  <a:ext uri="{C183D7F6-B498-43B3-948B-1728B52AA6E4}">
                    <adec:decorative xmlns:adec="http://schemas.microsoft.com/office/drawing/2017/decorative" val="1"/>
                  </a:ext>
                </a:extLst>
              </p:cNvPr>
              <p:cNvSpPr/>
              <p:nvPr/>
            </p:nvSpPr>
            <p:spPr bwMode="auto">
              <a:xfrm>
                <a:off x="320719" y="4224848"/>
                <a:ext cx="1771605" cy="219456"/>
              </a:xfrm>
              <a:prstGeom prst="roundRect">
                <a:avLst>
                  <a:gd name="adj" fmla="val 50000"/>
                </a:avLst>
              </a:prstGeom>
              <a:solidFill>
                <a:srgbClr val="FFFFFF"/>
              </a:solidFill>
              <a:ln w="12700">
                <a:solidFill>
                  <a:srgbClr val="0078D4"/>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36576" rIns="36000" bIns="3600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78D4"/>
                    </a:solidFill>
                    <a:effectLst/>
                    <a:uLnTx/>
                    <a:uFillTx/>
                    <a:latin typeface="Segoe UI Semibold"/>
                    <a:ea typeface="+mn-ea"/>
                    <a:cs typeface="Segoe UI Semibold" panose="020B0702040204020203" pitchFamily="34" charset="0"/>
                  </a:rPr>
                  <a:t>NSAT</a:t>
                </a:r>
              </a:p>
            </p:txBody>
          </p:sp>
          <p:pic>
            <p:nvPicPr>
              <p:cNvPr id="21" name="Graphic 20">
                <a:extLst>
                  <a:ext uri="{FF2B5EF4-FFF2-40B4-BE49-F238E27FC236}">
                    <a16:creationId xmlns:a16="http://schemas.microsoft.com/office/drawing/2014/main" id="{364FBAC4-310B-655F-64E5-646AE0236E90}"/>
                  </a:ext>
                </a:extLst>
              </p:cNvPr>
              <p:cNvPicPr>
                <a:picLocks noChangeAspect="1"/>
              </p:cNvPicPr>
              <p:nvPr/>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367506" y="4260849"/>
                <a:ext cx="144000" cy="144000"/>
              </a:xfrm>
              <a:prstGeom prst="rect">
                <a:avLst/>
              </a:prstGeom>
            </p:spPr>
          </p:pic>
        </p:grpSp>
        <p:grpSp>
          <p:nvGrpSpPr>
            <p:cNvPr id="4" name="Group 3">
              <a:extLst>
                <a:ext uri="{FF2B5EF4-FFF2-40B4-BE49-F238E27FC236}">
                  <a16:creationId xmlns:a16="http://schemas.microsoft.com/office/drawing/2014/main" id="{BD0ACF8C-443E-0E6B-29B2-5F08246DDDB5}"/>
                </a:ext>
              </a:extLst>
            </p:cNvPr>
            <p:cNvGrpSpPr/>
            <p:nvPr/>
          </p:nvGrpSpPr>
          <p:grpSpPr>
            <a:xfrm>
              <a:off x="320721" y="4517211"/>
              <a:ext cx="1771605" cy="216000"/>
              <a:chOff x="320721" y="4517211"/>
              <a:chExt cx="1771605" cy="216000"/>
            </a:xfrm>
          </p:grpSpPr>
          <p:sp>
            <p:nvSpPr>
              <p:cNvPr id="16" name="Rectangle: Rounded Corners 6">
                <a:extLst>
                  <a:ext uri="{FF2B5EF4-FFF2-40B4-BE49-F238E27FC236}">
                    <a16:creationId xmlns:a16="http://schemas.microsoft.com/office/drawing/2014/main" id="{D57D58B7-3BF7-212E-876F-F13287450867}"/>
                  </a:ext>
                  <a:ext uri="{C183D7F6-B498-43B3-948B-1728B52AA6E4}">
                    <adec:decorative xmlns:adec="http://schemas.microsoft.com/office/drawing/2017/decorative" val="1"/>
                  </a:ext>
                </a:extLst>
              </p:cNvPr>
              <p:cNvSpPr>
                <a:spLocks/>
              </p:cNvSpPr>
              <p:nvPr/>
            </p:nvSpPr>
            <p:spPr bwMode="auto">
              <a:xfrm>
                <a:off x="320721" y="4517211"/>
                <a:ext cx="1771605" cy="216000"/>
              </a:xfrm>
              <a:prstGeom prst="roundRect">
                <a:avLst>
                  <a:gd name="adj" fmla="val 50000"/>
                </a:avLst>
              </a:prstGeom>
              <a:solidFill>
                <a:srgbClr val="FFFFFF"/>
              </a:solidFill>
              <a:ln w="12700">
                <a:solidFill>
                  <a:srgbClr val="0078D4"/>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36576" rIns="36000" bIns="3600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78D4"/>
                    </a:solidFill>
                    <a:effectLst/>
                    <a:uLnTx/>
                    <a:uFillTx/>
                    <a:latin typeface="Segoe UI Semibold"/>
                    <a:ea typeface="+mn-ea"/>
                    <a:cs typeface="Segoe UI Semibold"/>
                  </a:rPr>
                  <a:t>IT management costs</a:t>
                </a:r>
              </a:p>
            </p:txBody>
          </p:sp>
          <p:pic>
            <p:nvPicPr>
              <p:cNvPr id="17" name="Graphic 16">
                <a:extLst>
                  <a:ext uri="{FF2B5EF4-FFF2-40B4-BE49-F238E27FC236}">
                    <a16:creationId xmlns:a16="http://schemas.microsoft.com/office/drawing/2014/main" id="{B02FC982-B07A-5A17-9255-7BAA0013071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67507" y="4552645"/>
                <a:ext cx="144000" cy="141732"/>
              </a:xfrm>
              <a:prstGeom prst="rect">
                <a:avLst/>
              </a:prstGeom>
            </p:spPr>
          </p:pic>
        </p:grpSp>
      </p:grpSp>
      <p:grpSp>
        <p:nvGrpSpPr>
          <p:cNvPr id="28" name="Group 27">
            <a:extLst>
              <a:ext uri="{FF2B5EF4-FFF2-40B4-BE49-F238E27FC236}">
                <a16:creationId xmlns:a16="http://schemas.microsoft.com/office/drawing/2014/main" id="{ABE01E22-C370-D465-5FE2-A81649659868}"/>
              </a:ext>
            </a:extLst>
          </p:cNvPr>
          <p:cNvGrpSpPr/>
          <p:nvPr/>
        </p:nvGrpSpPr>
        <p:grpSpPr>
          <a:xfrm>
            <a:off x="320719" y="5020658"/>
            <a:ext cx="1771607" cy="504622"/>
            <a:chOff x="320719" y="5293823"/>
            <a:chExt cx="1771607" cy="504622"/>
          </a:xfrm>
        </p:grpSpPr>
        <p:grpSp>
          <p:nvGrpSpPr>
            <p:cNvPr id="30" name="Group 29">
              <a:extLst>
                <a:ext uri="{FF2B5EF4-FFF2-40B4-BE49-F238E27FC236}">
                  <a16:creationId xmlns:a16="http://schemas.microsoft.com/office/drawing/2014/main" id="{DEB76015-4CFE-3C1A-D25C-71C432226DFE}"/>
                </a:ext>
              </a:extLst>
            </p:cNvPr>
            <p:cNvGrpSpPr/>
            <p:nvPr/>
          </p:nvGrpSpPr>
          <p:grpSpPr>
            <a:xfrm>
              <a:off x="320719" y="5293823"/>
              <a:ext cx="1771605" cy="216000"/>
              <a:chOff x="320719" y="5270676"/>
              <a:chExt cx="1771605" cy="216000"/>
            </a:xfrm>
          </p:grpSpPr>
          <p:sp>
            <p:nvSpPr>
              <p:cNvPr id="43" name="Rectangle: Rounded Corners 6">
                <a:extLst>
                  <a:ext uri="{FF2B5EF4-FFF2-40B4-BE49-F238E27FC236}">
                    <a16:creationId xmlns:a16="http://schemas.microsoft.com/office/drawing/2014/main" id="{6BC20DAF-3457-BB32-4AFC-F0002EF6536C}"/>
                  </a:ext>
                  <a:ext uri="{C183D7F6-B498-43B3-948B-1728B52AA6E4}">
                    <adec:decorative xmlns:adec="http://schemas.microsoft.com/office/drawing/2017/decorative" val="1"/>
                  </a:ext>
                </a:extLst>
              </p:cNvPr>
              <p:cNvSpPr>
                <a:spLocks/>
              </p:cNvSpPr>
              <p:nvPr/>
            </p:nvSpPr>
            <p:spPr bwMode="auto">
              <a:xfrm>
                <a:off x="320719" y="5270676"/>
                <a:ext cx="1771605" cy="216000"/>
              </a:xfrm>
              <a:prstGeom prst="roundRect">
                <a:avLst>
                  <a:gd name="adj" fmla="val 50000"/>
                </a:avLst>
              </a:prstGeom>
              <a:solidFill>
                <a:srgbClr val="FFFFFF"/>
              </a:solidFill>
              <a:ln w="12700">
                <a:solidFill>
                  <a:srgbClr val="C03BC4"/>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36576" rIns="36000" bIns="3600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C03BC4"/>
                    </a:solidFill>
                    <a:effectLst/>
                    <a:uLnTx/>
                    <a:uFillTx/>
                    <a:latin typeface="Segoe UI Semibold"/>
                    <a:ea typeface="+mn-ea"/>
                    <a:cs typeface="Segoe UI Semibold" panose="020B0702040204020203" pitchFamily="34" charset="0"/>
                  </a:rPr>
                  <a:t>Cost savings</a:t>
                </a:r>
              </a:p>
            </p:txBody>
          </p:sp>
          <p:pic>
            <p:nvPicPr>
              <p:cNvPr id="44" name="Graphic 43">
                <a:extLst>
                  <a:ext uri="{FF2B5EF4-FFF2-40B4-BE49-F238E27FC236}">
                    <a16:creationId xmlns:a16="http://schemas.microsoft.com/office/drawing/2014/main" id="{309C769E-EAF5-1870-72B0-A084C01A4834}"/>
                  </a:ext>
                </a:extLst>
              </p:cNvPr>
              <p:cNvPicPr>
                <a:picLocks noChangeAspect="1"/>
              </p:cNvPicPr>
              <p:nvPr/>
            </p:nvPicPr>
            <p:blipFill>
              <a:blip r:embed="rId7" cstate="screen">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367505" y="5306676"/>
                <a:ext cx="144000" cy="144000"/>
              </a:xfrm>
              <a:prstGeom prst="rect">
                <a:avLst/>
              </a:prstGeom>
            </p:spPr>
          </p:pic>
        </p:grpSp>
        <p:grpSp>
          <p:nvGrpSpPr>
            <p:cNvPr id="31" name="Group 30">
              <a:extLst>
                <a:ext uri="{FF2B5EF4-FFF2-40B4-BE49-F238E27FC236}">
                  <a16:creationId xmlns:a16="http://schemas.microsoft.com/office/drawing/2014/main" id="{EF79E4F0-8CF0-D601-92F2-0819BC1C6A25}"/>
                </a:ext>
              </a:extLst>
            </p:cNvPr>
            <p:cNvGrpSpPr/>
            <p:nvPr/>
          </p:nvGrpSpPr>
          <p:grpSpPr>
            <a:xfrm>
              <a:off x="320721" y="5582445"/>
              <a:ext cx="1771605" cy="216000"/>
              <a:chOff x="320721" y="5582445"/>
              <a:chExt cx="1771605" cy="216000"/>
            </a:xfrm>
          </p:grpSpPr>
          <p:sp>
            <p:nvSpPr>
              <p:cNvPr id="32" name="Rectangle: Rounded Corners 31">
                <a:extLst>
                  <a:ext uri="{FF2B5EF4-FFF2-40B4-BE49-F238E27FC236}">
                    <a16:creationId xmlns:a16="http://schemas.microsoft.com/office/drawing/2014/main" id="{2791C740-AD03-75F0-9903-F7C4D134AC3E}"/>
                  </a:ext>
                  <a:ext uri="{C183D7F6-B498-43B3-948B-1728B52AA6E4}">
                    <adec:decorative xmlns:adec="http://schemas.microsoft.com/office/drawing/2017/decorative" val="1"/>
                  </a:ext>
                </a:extLst>
              </p:cNvPr>
              <p:cNvSpPr>
                <a:spLocks/>
              </p:cNvSpPr>
              <p:nvPr/>
            </p:nvSpPr>
            <p:spPr bwMode="auto">
              <a:xfrm>
                <a:off x="320721" y="5582445"/>
                <a:ext cx="1771605" cy="216000"/>
              </a:xfrm>
              <a:prstGeom prst="roundRect">
                <a:avLst>
                  <a:gd name="adj" fmla="val 50000"/>
                </a:avLst>
              </a:prstGeom>
              <a:solidFill>
                <a:srgbClr val="FFFFFF"/>
              </a:solidFill>
              <a:ln w="12700">
                <a:solidFill>
                  <a:srgbClr val="C03BC4"/>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36576" rIns="36000" bIns="3600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C03BC4"/>
                    </a:solidFill>
                    <a:effectLst/>
                    <a:uLnTx/>
                    <a:uFillTx/>
                    <a:latin typeface="Segoe UI Semibold"/>
                    <a:ea typeface="+mn-ea"/>
                    <a:cs typeface="Segoe UI Semibold" panose="020B0702040204020203" pitchFamily="34" charset="0"/>
                  </a:rPr>
                  <a:t>Employee experience</a:t>
                </a:r>
              </a:p>
            </p:txBody>
          </p:sp>
          <p:pic>
            <p:nvPicPr>
              <p:cNvPr id="42" name="Graphic 41">
                <a:extLst>
                  <a:ext uri="{FF2B5EF4-FFF2-40B4-BE49-F238E27FC236}">
                    <a16:creationId xmlns:a16="http://schemas.microsoft.com/office/drawing/2014/main" id="{077A9444-0508-5EDE-3B73-BF82E497051F}"/>
                  </a:ext>
                </a:extLst>
              </p:cNvPr>
              <p:cNvPicPr>
                <a:picLocks noChangeAspect="1"/>
              </p:cNvPicPr>
              <p:nvPr/>
            </p:nvPicPr>
            <p:blipFill>
              <a:blip r:embed="rId7" cstate="screen">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367505" y="5618445"/>
                <a:ext cx="144000" cy="144000"/>
              </a:xfrm>
              <a:prstGeom prst="rect">
                <a:avLst/>
              </a:prstGeom>
            </p:spPr>
          </p:pic>
        </p:grpSp>
      </p:grpSp>
      <p:sp>
        <p:nvSpPr>
          <p:cNvPr id="67" name="TextBox 66">
            <a:extLst>
              <a:ext uri="{FF2B5EF4-FFF2-40B4-BE49-F238E27FC236}">
                <a16:creationId xmlns:a16="http://schemas.microsoft.com/office/drawing/2014/main" id="{618686DB-735F-D203-3058-C33BBFDE15B2}"/>
              </a:ext>
              <a:ext uri="{C183D7F6-B498-43B3-948B-1728B52AA6E4}">
                <adec:decorative xmlns:adec="http://schemas.microsoft.com/office/drawing/2017/decorative" val="0"/>
              </a:ext>
            </a:extLst>
          </p:cNvPr>
          <p:cNvSpPr txBox="1">
            <a:spLocks/>
          </p:cNvSpPr>
          <p:nvPr/>
        </p:nvSpPr>
        <p:spPr>
          <a:xfrm>
            <a:off x="3562472" y="2286931"/>
            <a:ext cx="1830524"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AI Agent</a:t>
            </a:r>
            <a:r>
              <a:rPr kumimoji="0" lang="en-US" sz="1000" b="0" i="0" u="none" strike="noStrike" kern="1200" cap="none" spc="0" normalizeH="0" baseline="30000" noProof="0" dirty="0">
                <a:ln>
                  <a:noFill/>
                </a:ln>
                <a:solidFill>
                  <a:srgbClr val="000000"/>
                </a:solidFill>
                <a:effectLst/>
                <a:uLnTx/>
                <a:uFillTx/>
                <a:latin typeface="Segoe UI Semibold"/>
                <a:ea typeface="+mn-ea"/>
                <a:cs typeface="+mn-cs"/>
              </a:rPr>
              <a:t>3</a:t>
            </a:r>
            <a:endParaRPr kumimoji="0" lang="en-US" sz="1000" b="0" i="0" u="none" strike="noStrike" kern="1200" cap="none" spc="0" normalizeH="0" baseline="0" noProof="0" dirty="0">
              <a:ln>
                <a:noFill/>
              </a:ln>
              <a:solidFill>
                <a:srgbClr val="000000"/>
              </a:solidFill>
              <a:effectLst/>
              <a:uLnTx/>
              <a:uFillTx/>
              <a:latin typeface="Segoe UI Semibold"/>
              <a:ea typeface="+mn-ea"/>
              <a:cs typeface="+mn-cs"/>
            </a:endParaRPr>
          </a:p>
        </p:txBody>
      </p:sp>
      <p:sp>
        <p:nvSpPr>
          <p:cNvPr id="71" name="TextBox 70">
            <a:extLst>
              <a:ext uri="{FF2B5EF4-FFF2-40B4-BE49-F238E27FC236}">
                <a16:creationId xmlns:a16="http://schemas.microsoft.com/office/drawing/2014/main" id="{885B18B2-6A15-3AB0-B84D-C8EB0D217E9A}"/>
              </a:ext>
              <a:ext uri="{C183D7F6-B498-43B3-948B-1728B52AA6E4}">
                <adec:decorative xmlns:adec="http://schemas.microsoft.com/office/drawing/2017/decorative" val="0"/>
              </a:ext>
            </a:extLst>
          </p:cNvPr>
          <p:cNvSpPr txBox="1">
            <a:spLocks/>
          </p:cNvSpPr>
          <p:nvPr/>
        </p:nvSpPr>
        <p:spPr>
          <a:xfrm>
            <a:off x="6446959" y="2286931"/>
            <a:ext cx="1830524"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AI Agent</a:t>
            </a:r>
            <a:r>
              <a:rPr kumimoji="0" lang="en-US" sz="1000" b="0" i="0" u="none" strike="noStrike" kern="1200" cap="none" spc="0" normalizeH="0" baseline="30000" noProof="0" dirty="0">
                <a:ln>
                  <a:noFill/>
                </a:ln>
                <a:solidFill>
                  <a:srgbClr val="000000"/>
                </a:solidFill>
                <a:effectLst/>
                <a:uLnTx/>
                <a:uFillTx/>
                <a:latin typeface="Segoe UI Semibold"/>
                <a:ea typeface="+mn-ea"/>
                <a:cs typeface="+mn-cs"/>
              </a:rPr>
              <a:t>3</a:t>
            </a:r>
            <a:endParaRPr kumimoji="0" lang="en-US" sz="1000" b="0" i="0" u="none" strike="noStrike" kern="1200" cap="none" spc="0" normalizeH="0" baseline="0" noProof="0" dirty="0">
              <a:ln>
                <a:noFill/>
              </a:ln>
              <a:solidFill>
                <a:srgbClr val="000000"/>
              </a:solidFill>
              <a:effectLst/>
              <a:uLnTx/>
              <a:uFillTx/>
              <a:latin typeface="Segoe UI Semibold"/>
              <a:ea typeface="+mn-ea"/>
              <a:cs typeface="+mn-cs"/>
            </a:endParaRPr>
          </a:p>
        </p:txBody>
      </p:sp>
      <p:sp>
        <p:nvSpPr>
          <p:cNvPr id="74" name="TextBox 73">
            <a:extLst>
              <a:ext uri="{FF2B5EF4-FFF2-40B4-BE49-F238E27FC236}">
                <a16:creationId xmlns:a16="http://schemas.microsoft.com/office/drawing/2014/main" id="{2143E745-951E-7281-D1B0-23138F5D10C3}"/>
              </a:ext>
              <a:ext uri="{C183D7F6-B498-43B3-948B-1728B52AA6E4}">
                <adec:decorative xmlns:adec="http://schemas.microsoft.com/office/drawing/2017/decorative" val="0"/>
              </a:ext>
            </a:extLst>
          </p:cNvPr>
          <p:cNvSpPr txBox="1">
            <a:spLocks/>
          </p:cNvSpPr>
          <p:nvPr/>
        </p:nvSpPr>
        <p:spPr>
          <a:xfrm>
            <a:off x="9328927" y="2286931"/>
            <a:ext cx="1830524"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AI Agent</a:t>
            </a:r>
            <a:r>
              <a:rPr kumimoji="0" lang="en-US" sz="1000" b="0" i="0" u="none" strike="noStrike" kern="1200" cap="none" spc="0" normalizeH="0" baseline="30000" noProof="0" dirty="0">
                <a:ln>
                  <a:noFill/>
                </a:ln>
                <a:solidFill>
                  <a:srgbClr val="000000"/>
                </a:solidFill>
                <a:effectLst/>
                <a:uLnTx/>
                <a:uFillTx/>
                <a:latin typeface="Segoe UI Semibold"/>
                <a:ea typeface="+mn-ea"/>
                <a:cs typeface="+mn-cs"/>
              </a:rPr>
              <a:t>3</a:t>
            </a:r>
            <a:endParaRPr kumimoji="0" lang="en-US" sz="1000" b="0" i="0" u="none" strike="noStrike" kern="1200" cap="none" spc="0" normalizeH="0" baseline="0" noProof="0" dirty="0">
              <a:ln>
                <a:noFill/>
              </a:ln>
              <a:solidFill>
                <a:srgbClr val="000000"/>
              </a:solidFill>
              <a:effectLst/>
              <a:uLnTx/>
              <a:uFillTx/>
              <a:latin typeface="Segoe UI Semibold"/>
              <a:ea typeface="+mn-ea"/>
              <a:cs typeface="+mn-cs"/>
            </a:endParaRPr>
          </a:p>
        </p:txBody>
      </p:sp>
      <p:sp>
        <p:nvSpPr>
          <p:cNvPr id="80" name="TextBox 79">
            <a:extLst>
              <a:ext uri="{FF2B5EF4-FFF2-40B4-BE49-F238E27FC236}">
                <a16:creationId xmlns:a16="http://schemas.microsoft.com/office/drawing/2014/main" id="{1BE6DA88-0C91-7192-116E-799F66DE9BBA}"/>
              </a:ext>
              <a:ext uri="{C183D7F6-B498-43B3-948B-1728B52AA6E4}">
                <adec:decorative xmlns:adec="http://schemas.microsoft.com/office/drawing/2017/decorative" val="0"/>
              </a:ext>
            </a:extLst>
          </p:cNvPr>
          <p:cNvSpPr txBox="1">
            <a:spLocks/>
          </p:cNvSpPr>
          <p:nvPr/>
        </p:nvSpPr>
        <p:spPr>
          <a:xfrm>
            <a:off x="3562472" y="4886070"/>
            <a:ext cx="1830524"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AI Agent</a:t>
            </a:r>
            <a:r>
              <a:rPr kumimoji="0" lang="en-US" sz="1000" b="0" i="0" u="none" strike="noStrike" kern="1200" cap="none" spc="0" normalizeH="0" baseline="30000" noProof="0" dirty="0">
                <a:ln>
                  <a:noFill/>
                </a:ln>
                <a:solidFill>
                  <a:srgbClr val="000000"/>
                </a:solidFill>
                <a:effectLst/>
                <a:uLnTx/>
                <a:uFillTx/>
                <a:latin typeface="Segoe UI Semibold"/>
                <a:ea typeface="+mn-ea"/>
                <a:cs typeface="+mn-cs"/>
              </a:rPr>
              <a:t>3</a:t>
            </a:r>
            <a:endParaRPr kumimoji="0" lang="en-US" sz="1000" b="0" i="0" u="none" strike="noStrike" kern="1200" cap="none" spc="0" normalizeH="0" baseline="0" noProof="0" dirty="0">
              <a:ln>
                <a:noFill/>
              </a:ln>
              <a:solidFill>
                <a:srgbClr val="000000"/>
              </a:solidFill>
              <a:effectLst/>
              <a:uLnTx/>
              <a:uFillTx/>
              <a:latin typeface="Segoe UI Semibold"/>
              <a:ea typeface="+mn-ea"/>
              <a:cs typeface="+mn-cs"/>
            </a:endParaRPr>
          </a:p>
        </p:txBody>
      </p:sp>
      <p:sp>
        <p:nvSpPr>
          <p:cNvPr id="91" name="TextBox 90">
            <a:extLst>
              <a:ext uri="{FF2B5EF4-FFF2-40B4-BE49-F238E27FC236}">
                <a16:creationId xmlns:a16="http://schemas.microsoft.com/office/drawing/2014/main" id="{9F820E07-E70B-51E7-FC0D-D0FAB92F9A09}"/>
              </a:ext>
              <a:ext uri="{C183D7F6-B498-43B3-948B-1728B52AA6E4}">
                <adec:decorative xmlns:adec="http://schemas.microsoft.com/office/drawing/2017/decorative" val="0"/>
              </a:ext>
            </a:extLst>
          </p:cNvPr>
          <p:cNvSpPr txBox="1">
            <a:spLocks/>
          </p:cNvSpPr>
          <p:nvPr/>
        </p:nvSpPr>
        <p:spPr>
          <a:xfrm>
            <a:off x="9328927" y="4886070"/>
            <a:ext cx="1830524"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AI Agent</a:t>
            </a:r>
            <a:r>
              <a:rPr kumimoji="0" lang="en-US" sz="1000" b="0" i="0" u="none" strike="noStrike" kern="1200" cap="none" spc="0" normalizeH="0" baseline="30000" noProof="0" dirty="0">
                <a:ln>
                  <a:noFill/>
                </a:ln>
                <a:solidFill>
                  <a:srgbClr val="000000"/>
                </a:solidFill>
                <a:effectLst/>
                <a:uLnTx/>
                <a:uFillTx/>
                <a:latin typeface="Segoe UI Semibold"/>
                <a:ea typeface="+mn-ea"/>
                <a:cs typeface="+mn-cs"/>
              </a:rPr>
              <a:t>3</a:t>
            </a:r>
            <a:endParaRPr kumimoji="0" lang="en-US" sz="1000" b="0" i="0" u="none" strike="noStrike" kern="1200" cap="none" spc="0" normalizeH="0" baseline="0" noProof="0" dirty="0">
              <a:ln>
                <a:noFill/>
              </a:ln>
              <a:solidFill>
                <a:srgbClr val="000000"/>
              </a:solidFill>
              <a:effectLst/>
              <a:uLnTx/>
              <a:uFillTx/>
              <a:latin typeface="Segoe UI Semibold"/>
              <a:ea typeface="+mn-ea"/>
              <a:cs typeface="+mn-cs"/>
            </a:endParaRPr>
          </a:p>
        </p:txBody>
      </p:sp>
      <p:sp>
        <p:nvSpPr>
          <p:cNvPr id="6" name="TextBox 5">
            <a:extLst>
              <a:ext uri="{FF2B5EF4-FFF2-40B4-BE49-F238E27FC236}">
                <a16:creationId xmlns:a16="http://schemas.microsoft.com/office/drawing/2014/main" id="{B1E425AA-EA7D-1E2A-28E9-C09CF26707C9}"/>
              </a:ext>
              <a:ext uri="{C183D7F6-B498-43B3-948B-1728B52AA6E4}">
                <adec:decorative xmlns:adec="http://schemas.microsoft.com/office/drawing/2017/decorative" val="0"/>
              </a:ext>
            </a:extLst>
          </p:cNvPr>
          <p:cNvSpPr txBox="1">
            <a:spLocks/>
          </p:cNvSpPr>
          <p:nvPr/>
        </p:nvSpPr>
        <p:spPr>
          <a:xfrm>
            <a:off x="6446959" y="4886070"/>
            <a:ext cx="1830524"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AI Agent</a:t>
            </a:r>
            <a:r>
              <a:rPr kumimoji="0" lang="en-US" sz="1000" b="0" i="0" u="none" strike="noStrike" kern="1200" cap="none" spc="0" normalizeH="0" baseline="30000" noProof="0" dirty="0">
                <a:ln>
                  <a:noFill/>
                </a:ln>
                <a:solidFill>
                  <a:srgbClr val="000000"/>
                </a:solidFill>
                <a:effectLst/>
                <a:uLnTx/>
                <a:uFillTx/>
                <a:latin typeface="Segoe UI Semibold"/>
                <a:ea typeface="+mn-ea"/>
                <a:cs typeface="+mn-cs"/>
              </a:rPr>
              <a:t>3</a:t>
            </a:r>
            <a:endParaRPr kumimoji="0" lang="en-US" sz="1000" b="0" i="0" u="none" strike="noStrike" kern="1200" cap="none" spc="0" normalizeH="0" baseline="0" noProof="0" dirty="0">
              <a:ln>
                <a:noFill/>
              </a:ln>
              <a:solidFill>
                <a:srgbClr val="000000"/>
              </a:solidFill>
              <a:effectLst/>
              <a:uLnTx/>
              <a:uFillTx/>
              <a:latin typeface="Segoe UI Semibold"/>
              <a:ea typeface="+mn-ea"/>
              <a:cs typeface="+mn-cs"/>
            </a:endParaRPr>
          </a:p>
        </p:txBody>
      </p:sp>
      <p:pic>
        <p:nvPicPr>
          <p:cNvPr id="5" name="Picture 4">
            <a:extLst>
              <a:ext uri="{FF2B5EF4-FFF2-40B4-BE49-F238E27FC236}">
                <a16:creationId xmlns:a16="http://schemas.microsoft.com/office/drawing/2014/main" id="{8DF72A5A-988E-C026-007F-4DD6C6E6B4A9}"/>
              </a:ext>
            </a:extLst>
          </p:cNvPr>
          <p:cNvPicPr>
            <a:picLocks noChangeAspect="1"/>
          </p:cNvPicPr>
          <p:nvPr/>
        </p:nvPicPr>
        <p:blipFill>
          <a:blip r:embed="rId9"/>
          <a:stretch>
            <a:fillRect/>
          </a:stretch>
        </p:blipFill>
        <p:spPr>
          <a:xfrm>
            <a:off x="3182890" y="2230280"/>
            <a:ext cx="273674" cy="239465"/>
          </a:xfrm>
          <a:prstGeom prst="rect">
            <a:avLst/>
          </a:prstGeom>
        </p:spPr>
      </p:pic>
      <p:pic>
        <p:nvPicPr>
          <p:cNvPr id="10" name="Picture 9">
            <a:extLst>
              <a:ext uri="{FF2B5EF4-FFF2-40B4-BE49-F238E27FC236}">
                <a16:creationId xmlns:a16="http://schemas.microsoft.com/office/drawing/2014/main" id="{CB12493E-44CA-BB4E-C7BB-A925757DAF1F}"/>
              </a:ext>
            </a:extLst>
          </p:cNvPr>
          <p:cNvPicPr>
            <a:picLocks noChangeAspect="1"/>
          </p:cNvPicPr>
          <p:nvPr/>
        </p:nvPicPr>
        <p:blipFill>
          <a:blip r:embed="rId9"/>
          <a:stretch>
            <a:fillRect/>
          </a:stretch>
        </p:blipFill>
        <p:spPr>
          <a:xfrm>
            <a:off x="6065838" y="2240247"/>
            <a:ext cx="273674" cy="239465"/>
          </a:xfrm>
          <a:prstGeom prst="rect">
            <a:avLst/>
          </a:prstGeom>
        </p:spPr>
      </p:pic>
      <p:pic>
        <p:nvPicPr>
          <p:cNvPr id="11" name="Picture 10">
            <a:extLst>
              <a:ext uri="{FF2B5EF4-FFF2-40B4-BE49-F238E27FC236}">
                <a16:creationId xmlns:a16="http://schemas.microsoft.com/office/drawing/2014/main" id="{1804B4C1-810C-019C-207F-F68CB1D72457}"/>
              </a:ext>
            </a:extLst>
          </p:cNvPr>
          <p:cNvPicPr>
            <a:picLocks noChangeAspect="1"/>
          </p:cNvPicPr>
          <p:nvPr/>
        </p:nvPicPr>
        <p:blipFill>
          <a:blip r:embed="rId9"/>
          <a:stretch>
            <a:fillRect/>
          </a:stretch>
        </p:blipFill>
        <p:spPr>
          <a:xfrm>
            <a:off x="8961438" y="2244927"/>
            <a:ext cx="273674" cy="239465"/>
          </a:xfrm>
          <a:prstGeom prst="rect">
            <a:avLst/>
          </a:prstGeom>
        </p:spPr>
      </p:pic>
      <p:pic>
        <p:nvPicPr>
          <p:cNvPr id="12" name="Picture 11">
            <a:extLst>
              <a:ext uri="{FF2B5EF4-FFF2-40B4-BE49-F238E27FC236}">
                <a16:creationId xmlns:a16="http://schemas.microsoft.com/office/drawing/2014/main" id="{48BAB281-149E-DA70-5507-B01D2C3B30A7}"/>
              </a:ext>
            </a:extLst>
          </p:cNvPr>
          <p:cNvPicPr>
            <a:picLocks noChangeAspect="1"/>
          </p:cNvPicPr>
          <p:nvPr/>
        </p:nvPicPr>
        <p:blipFill>
          <a:blip r:embed="rId9"/>
          <a:stretch>
            <a:fillRect/>
          </a:stretch>
        </p:blipFill>
        <p:spPr>
          <a:xfrm>
            <a:off x="3182890" y="4843281"/>
            <a:ext cx="273674" cy="239465"/>
          </a:xfrm>
          <a:prstGeom prst="rect">
            <a:avLst/>
          </a:prstGeom>
        </p:spPr>
      </p:pic>
      <p:pic>
        <p:nvPicPr>
          <p:cNvPr id="13" name="Picture 12">
            <a:extLst>
              <a:ext uri="{FF2B5EF4-FFF2-40B4-BE49-F238E27FC236}">
                <a16:creationId xmlns:a16="http://schemas.microsoft.com/office/drawing/2014/main" id="{0314137D-F6BD-1B49-D413-1E68B8587124}"/>
              </a:ext>
            </a:extLst>
          </p:cNvPr>
          <p:cNvPicPr>
            <a:picLocks noChangeAspect="1"/>
          </p:cNvPicPr>
          <p:nvPr/>
        </p:nvPicPr>
        <p:blipFill>
          <a:blip r:embed="rId9"/>
          <a:stretch>
            <a:fillRect/>
          </a:stretch>
        </p:blipFill>
        <p:spPr>
          <a:xfrm>
            <a:off x="6065838" y="4843281"/>
            <a:ext cx="273674" cy="239465"/>
          </a:xfrm>
          <a:prstGeom prst="rect">
            <a:avLst/>
          </a:prstGeom>
        </p:spPr>
      </p:pic>
      <p:pic>
        <p:nvPicPr>
          <p:cNvPr id="14" name="Picture 13">
            <a:extLst>
              <a:ext uri="{FF2B5EF4-FFF2-40B4-BE49-F238E27FC236}">
                <a16:creationId xmlns:a16="http://schemas.microsoft.com/office/drawing/2014/main" id="{4F18B24A-75BD-FA46-2FB3-80A0AE09ABA0}"/>
              </a:ext>
            </a:extLst>
          </p:cNvPr>
          <p:cNvPicPr>
            <a:picLocks noChangeAspect="1"/>
          </p:cNvPicPr>
          <p:nvPr/>
        </p:nvPicPr>
        <p:blipFill>
          <a:blip r:embed="rId9"/>
          <a:stretch>
            <a:fillRect/>
          </a:stretch>
        </p:blipFill>
        <p:spPr>
          <a:xfrm>
            <a:off x="8948786" y="4856912"/>
            <a:ext cx="273674" cy="239465"/>
          </a:xfrm>
          <a:prstGeom prst="rect">
            <a:avLst/>
          </a:prstGeom>
        </p:spPr>
      </p:pic>
    </p:spTree>
    <p:extLst>
      <p:ext uri="{BB962C8B-B14F-4D97-AF65-F5344CB8AC3E}">
        <p14:creationId xmlns:p14="http://schemas.microsoft.com/office/powerpoint/2010/main" val="3976951172"/>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Light 16x9">
  <a:themeElements>
    <a:clrScheme name="Custom 7">
      <a:dk1>
        <a:srgbClr val="000000"/>
      </a:dk1>
      <a:lt1>
        <a:srgbClr val="FFFFFF"/>
      </a:lt1>
      <a:dk2>
        <a:srgbClr val="463668"/>
      </a:dk2>
      <a:lt2>
        <a:srgbClr val="E8E6DF"/>
      </a:lt2>
      <a:accent1>
        <a:srgbClr val="463668"/>
      </a:accent1>
      <a:accent2>
        <a:srgbClr val="C5B4E3"/>
      </a:accent2>
      <a:accent3>
        <a:srgbClr val="C03BC4"/>
      </a:accent3>
      <a:accent4>
        <a:srgbClr val="8C8279"/>
      </a:accent4>
      <a:accent5>
        <a:srgbClr val="D59ED7"/>
      </a:accent5>
      <a:accent6>
        <a:srgbClr val="D7D2CB"/>
      </a:accent6>
      <a:hlink>
        <a:srgbClr val="8661C5"/>
      </a:hlink>
      <a:folHlink>
        <a:srgbClr val="8661C5"/>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Microsoft brand template starter - 16x9 v04.potx" id="{4908BB59-E0F9-4262-9337-B2D75939F852}" vid="{C1F6406B-B671-42E9-A581-A06DD50715F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
  <TotalTime>0</TotalTime>
  <Words>309</Words>
  <Application>Microsoft Office PowerPoint</Application>
  <PresentationFormat>Widescreen</PresentationFormat>
  <Paragraphs>35</Paragraphs>
  <Slides>1</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1</vt:i4>
      </vt:variant>
    </vt:vector>
  </HeadingPairs>
  <TitlesOfParts>
    <vt:vector size="8" baseType="lpstr">
      <vt:lpstr>Aptos</vt:lpstr>
      <vt:lpstr>Arial</vt:lpstr>
      <vt:lpstr>Segoe UI</vt:lpstr>
      <vt:lpstr>Segoe UI Semibold</vt:lpstr>
      <vt:lpstr>Wingdings</vt:lpstr>
      <vt:lpstr>Light 16x9</vt:lpstr>
      <vt:lpstr>think-cell Slide</vt:lpstr>
      <vt:lpstr>Assisted device acquisition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2026-01-15T22:07:23Z</dcterms:created>
  <dcterms:modified xsi:type="dcterms:W3CDTF">2026-01-16T17:42:45Z</dcterms:modified>
</cp:coreProperties>
</file>