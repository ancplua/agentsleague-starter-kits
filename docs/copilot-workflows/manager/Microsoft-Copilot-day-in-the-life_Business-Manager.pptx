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notesMasterIdLst>
    <p:notesMasterId r:id="rId3"/>
  </p:notesMasterIdLst>
  <p:sldIdLst>
    <p:sldId id="42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3EA553-41F0-4ADE-9C17-0B79119E7394}" v="1" dt="2026-01-15T22:01:45.774"/>
    <p1510:client id="{97D9914F-BBC1-4220-BA84-1BBA1DE90E18}" v="221" dt="2026-01-15T01:47:46.5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1266" y="2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C10360-7F2B-43B7-AE47-3D95E72B02E5}" type="datetimeFigureOut">
              <a:rPr lang="en-US" smtClean="0"/>
              <a:t>1/16/2026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986178-B4BC-4168-845A-05655C68B09A}" type="slidenum">
              <a:rPr lang="en-US" smtClean="0"/>
              <a:t>‹#›</a:t>
            </a:fld>
            <a:endParaRPr lang="en-US" dirty="0"/>
          </a:p>
        </p:txBody>
      </p:sp>
    </p:spTree>
    <p:extLst>
      <p:ext uri="{BB962C8B-B14F-4D97-AF65-F5344CB8AC3E}">
        <p14:creationId xmlns:p14="http://schemas.microsoft.com/office/powerpoint/2010/main" val="24907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m365copilot.com/"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m365copilot.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Title square photo 2">
    <p:bg>
      <p:bgPr>
        <a:solidFill>
          <a:srgbClr val="FFF8F3"/>
        </a:solidFill>
        <a:effectLst/>
      </p:bgPr>
    </p:bg>
    <p:spTree>
      <p:nvGrpSpPr>
        <p:cNvPr id="1" name=""/>
        <p:cNvGrpSpPr/>
        <p:nvPr/>
      </p:nvGrpSpPr>
      <p:grpSpPr>
        <a:xfrm>
          <a:off x="0" y="0"/>
          <a:ext cx="0" cy="0"/>
          <a:chOff x="0" y="0"/>
          <a:chExt cx="0" cy="0"/>
        </a:xfrm>
      </p:grpSpPr>
      <p:pic>
        <p:nvPicPr>
          <p:cNvPr id="4" name="Picture 3" descr="A close-up of a spiral&#10;&#10;Description automatically generated">
            <a:extLst>
              <a:ext uri="{FF2B5EF4-FFF2-40B4-BE49-F238E27FC236}">
                <a16:creationId xmlns:a16="http://schemas.microsoft.com/office/drawing/2014/main" id="{361D5F98-BDD8-425B-488B-22D9DCB8038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418D8C93-A68F-427F-AC31-AE3104AD1194}"/>
              </a:ext>
            </a:extLst>
          </p:cNvPr>
          <p:cNvSpPr/>
          <p:nvPr userDrawn="1"/>
        </p:nvSpPr>
        <p:spPr bwMode="auto">
          <a:xfrm>
            <a:off x="0" y="0"/>
            <a:ext cx="12192000" cy="6858000"/>
          </a:xfrm>
          <a:prstGeom prst="rect">
            <a:avLst/>
          </a:prstGeom>
          <a:solidFill>
            <a:schemeClr val="bg1">
              <a:alpha val="24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917984"/>
            <a:ext cx="7758903" cy="615553"/>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7752752"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gray - EMF" descr="Microsoft logo, gray text version">
            <a:extLst>
              <a:ext uri="{FF2B5EF4-FFF2-40B4-BE49-F238E27FC236}">
                <a16:creationId xmlns:a16="http://schemas.microsoft.com/office/drawing/2014/main" id="{D4D1E6E7-6980-34C8-5B50-9BC3D2B8E20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7873815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5" name="Picture 4" descr="A blue sky with white clouds&#10;&#10;AI-generated content may be incorrect.">
            <a:extLst>
              <a:ext uri="{FF2B5EF4-FFF2-40B4-BE49-F238E27FC236}">
                <a16:creationId xmlns:a16="http://schemas.microsoft.com/office/drawing/2014/main" id="{D06997A8-9B2A-B93C-F597-79B38162AF6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66074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58B1CC-7E89-FC8B-DE61-81B2927808E2}"/>
              </a:ext>
              <a:ext uri="{C183D7F6-B498-43B3-948B-1728B52AA6E4}">
                <adec:decorative xmlns:adec="http://schemas.microsoft.com/office/drawing/2017/decorative" val="1"/>
              </a:ext>
            </a:extLst>
          </p:cNvPr>
          <p:cNvPicPr>
            <a:picLocks noChangeAspect="1"/>
          </p:cNvPicPr>
          <p:nvPr userDrawn="1"/>
        </p:nvPicPr>
        <p:blipFill rotWithShape="1">
          <a:blip r:embed="rId2">
            <a:duotone>
              <a:prstClr val="black"/>
              <a:srgbClr val="FFF8F3">
                <a:tint val="45000"/>
                <a:satMod val="400000"/>
              </a:srgbClr>
            </a:duotone>
          </a:blip>
          <a:srcRect t="7440" b="52893"/>
          <a:stretch/>
        </p:blipFill>
        <p:spPr>
          <a:xfrm>
            <a:off x="0" y="0"/>
            <a:ext cx="12191999" cy="6857999"/>
          </a:xfrm>
          <a:prstGeom prst="round2SameRect">
            <a:avLst>
              <a:gd name="adj1" fmla="val 0"/>
              <a:gd name="adj2" fmla="val 0"/>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72358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582976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pic>
        <p:nvPicPr>
          <p:cNvPr id="3" name="Picture 2" descr="A close-up of a curved object">
            <a:extLst>
              <a:ext uri="{FF2B5EF4-FFF2-40B4-BE49-F238E27FC236}">
                <a16:creationId xmlns:a16="http://schemas.microsoft.com/office/drawing/2014/main" id="{65978E02-7B42-4283-0732-A5ECD04C20F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FD9B2C81-3582-FD54-9197-2A2E6EA52FF9}"/>
              </a:ext>
            </a:extLst>
          </p:cNvPr>
          <p:cNvSpPr/>
          <p:nvPr userDrawn="1"/>
        </p:nvSpPr>
        <p:spPr bwMode="auto">
          <a:xfrm>
            <a:off x="0" y="0"/>
            <a:ext cx="8586216"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91600287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07777"/>
          </a:xfrm>
        </p:spPr>
        <p:txBody>
          <a:bodyPr tIns="0"/>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9280254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Scenario five steps">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94A1448-F8D7-EA0F-E466-136E038AA3F1}"/>
              </a:ext>
            </a:extLst>
          </p:cNvPr>
          <p:cNvCxnSpPr>
            <a:cxnSpLocks/>
          </p:cNvCxnSpPr>
          <p:nvPr userDrawn="1"/>
        </p:nvCxnSpPr>
        <p:spPr>
          <a:xfrm>
            <a:off x="3182889" y="1352539"/>
            <a:ext cx="8339848" cy="0"/>
          </a:xfrm>
          <a:prstGeom prst="line">
            <a:avLst/>
          </a:prstGeom>
          <a:ln w="15875" cap="flat">
            <a:gradFill flip="none" rotWithShape="1">
              <a:gsLst>
                <a:gs pos="0">
                  <a:srgbClr val="0078D4"/>
                </a:gs>
                <a:gs pos="100000">
                  <a:schemeClr val="accent3"/>
                </a:gs>
              </a:gsLst>
              <a:lin ang="1620000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FC6C3234-D3F7-EB91-19FC-3FF3921A6EF7}"/>
              </a:ext>
            </a:extLst>
          </p:cNvPr>
          <p:cNvSpPr>
            <a:spLocks/>
          </p:cNvSpPr>
          <p:nvPr userDrawn="1"/>
        </p:nvSpPr>
        <p:spPr bwMode="auto">
          <a:xfrm>
            <a:off x="2179638" y="304726"/>
            <a:ext cx="4582191" cy="526298"/>
          </a:xfrm>
          <a:prstGeom prst="roundRect">
            <a:avLst/>
          </a:prstGeom>
          <a:solidFill>
            <a:srgbClr val="DDEEF8"/>
          </a:solidFill>
          <a:ln>
            <a:solidFill>
              <a:schemeClr val="bg1"/>
            </a:solidFill>
            <a:headEnd type="none" w="med" len="med"/>
            <a:tailEnd type="none" w="med" len="med"/>
          </a:ln>
          <a:effectLst>
            <a:outerShdw blurRad="254000" algn="ctr" rotWithShape="0">
              <a:schemeClr val="bg1">
                <a:lumMod val="75000"/>
                <a:alpha val="3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11480" tIns="91440" rIns="91440" bIns="9144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1200"/>
              </a:spcBef>
              <a:spcAft>
                <a:spcPts val="0"/>
              </a:spcAft>
              <a:buClrTx/>
              <a:buSzPct val="100000"/>
              <a:buFontTx/>
              <a:buNone/>
              <a:tabLst/>
              <a:defRPr/>
            </a:pPr>
            <a:endParaRPr kumimoji="0" lang="en-US" sz="1800" b="0" i="0" u="none" strike="noStrike" kern="1200" cap="none" spc="0" normalizeH="0" baseline="0" noProof="0" dirty="0">
              <a:ln>
                <a:noFill/>
              </a:ln>
              <a:solidFill>
                <a:srgbClr val="000000"/>
              </a:solidFill>
              <a:effectLst/>
              <a:uLnTx/>
              <a:uFillTx/>
              <a:latin typeface="Segoe UI Semibold"/>
              <a:ea typeface="+mn-ea"/>
              <a:cs typeface="+mn-cs"/>
            </a:endParaRPr>
          </a:p>
        </p:txBody>
      </p:sp>
      <p:sp>
        <p:nvSpPr>
          <p:cNvPr id="9" name="TextBox 8">
            <a:extLst>
              <a:ext uri="{FF2B5EF4-FFF2-40B4-BE49-F238E27FC236}">
                <a16:creationId xmlns:a16="http://schemas.microsoft.com/office/drawing/2014/main" id="{DE489450-2B99-F45D-B0AD-1BD8CA42038B}"/>
              </a:ext>
            </a:extLst>
          </p:cNvPr>
          <p:cNvSpPr txBox="1">
            <a:spLocks/>
          </p:cNvSpPr>
          <p:nvPr userDrawn="1"/>
        </p:nvSpPr>
        <p:spPr>
          <a:xfrm>
            <a:off x="0" y="304726"/>
            <a:ext cx="2431247" cy="526298"/>
          </a:xfrm>
          <a:custGeom>
            <a:avLst/>
            <a:gdLst>
              <a:gd name="connsiteX0" fmla="*/ 1993 w 2431247"/>
              <a:gd name="connsiteY0" fmla="*/ 0 h 526298"/>
              <a:gd name="connsiteX1" fmla="*/ 2338766 w 2431247"/>
              <a:gd name="connsiteY1" fmla="*/ 0 h 526298"/>
              <a:gd name="connsiteX2" fmla="*/ 2431247 w 2431247"/>
              <a:gd name="connsiteY2" fmla="*/ 92481 h 526298"/>
              <a:gd name="connsiteX3" fmla="*/ 2431247 w 2431247"/>
              <a:gd name="connsiteY3" fmla="*/ 433817 h 526298"/>
              <a:gd name="connsiteX4" fmla="*/ 2338766 w 2431247"/>
              <a:gd name="connsiteY4" fmla="*/ 526298 h 526298"/>
              <a:gd name="connsiteX5" fmla="*/ 1993 w 2431247"/>
              <a:gd name="connsiteY5" fmla="*/ 526298 h 526298"/>
              <a:gd name="connsiteX6" fmla="*/ 0 w 2431247"/>
              <a:gd name="connsiteY6" fmla="*/ 525896 h 526298"/>
              <a:gd name="connsiteX7" fmla="*/ 0 w 2431247"/>
              <a:gd name="connsiteY7" fmla="*/ 402 h 52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1247" h="526298">
                <a:moveTo>
                  <a:pt x="1993" y="0"/>
                </a:moveTo>
                <a:lnTo>
                  <a:pt x="2338766" y="0"/>
                </a:lnTo>
                <a:cubicBezTo>
                  <a:pt x="2389842" y="0"/>
                  <a:pt x="2431247" y="41405"/>
                  <a:pt x="2431247" y="92481"/>
                </a:cubicBezTo>
                <a:lnTo>
                  <a:pt x="2431247" y="433817"/>
                </a:lnTo>
                <a:cubicBezTo>
                  <a:pt x="2431247" y="484893"/>
                  <a:pt x="2389842" y="526298"/>
                  <a:pt x="2338766" y="526298"/>
                </a:cubicBezTo>
                <a:lnTo>
                  <a:pt x="1993" y="526298"/>
                </a:lnTo>
                <a:lnTo>
                  <a:pt x="0" y="525896"/>
                </a:lnTo>
                <a:lnTo>
                  <a:pt x="0" y="402"/>
                </a:lnTo>
                <a:close/>
              </a:path>
            </a:pathLst>
          </a:custGeom>
          <a:gradFill flip="none" rotWithShape="1">
            <a:gsLst>
              <a:gs pos="35000">
                <a:srgbClr val="0078D4"/>
              </a:gs>
              <a:gs pos="0">
                <a:srgbClr val="C03BC4"/>
              </a:gs>
            </a:gsLst>
            <a:path path="circle">
              <a:fillToRect l="100000" t="100000"/>
            </a:path>
            <a:tileRect r="-100000" b="-100000"/>
          </a:gradFill>
          <a:effectLst/>
        </p:spPr>
        <p:txBody>
          <a:bodyPr vert="horz" wrap="square" lIns="310896" tIns="0" rIns="0" bIns="0" rtlCol="0" anchor="ctr" anchorCtr="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b="1" i="0" kern="1200" spc="0" baseline="0">
                <a:solidFill>
                  <a:srgbClr val="FFFFFF"/>
                </a:solidFill>
                <a:latin typeface="Segoe UI Semibold" panose="020B0502040204020203" pitchFamily="34" charset="0"/>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kumimoji="0" lang="en-US" sz="2000" b="1" i="0" u="none" strike="noStrike" kern="1200" cap="none" spc="0" normalizeH="0" baseline="0" noProof="0" dirty="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sp>
        <p:nvSpPr>
          <p:cNvPr id="71" name="Scenario Level">
            <a:extLst>
              <a:ext uri="{FF2B5EF4-FFF2-40B4-BE49-F238E27FC236}">
                <a16:creationId xmlns:a16="http://schemas.microsoft.com/office/drawing/2014/main" id="{5C914349-B5B3-D703-EE31-78482DD3DAA9}"/>
              </a:ext>
            </a:extLst>
          </p:cNvPr>
          <p:cNvSpPr txBox="1"/>
          <p:nvPr userDrawn="1"/>
        </p:nvSpPr>
        <p:spPr>
          <a:xfrm>
            <a:off x="10895070" y="358721"/>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UI Semibold"/>
                <a:ea typeface="+mn-ea"/>
                <a:cs typeface="Segoe UI Semibold" panose="020B0502040204020203" pitchFamily="34" charset="0"/>
              </a:rPr>
              <a:t>Scenario level:</a:t>
            </a:r>
          </a:p>
        </p:txBody>
      </p:sp>
      <p:sp>
        <p:nvSpPr>
          <p:cNvPr id="73" name="Available with">
            <a:extLst>
              <a:ext uri="{FF2B5EF4-FFF2-40B4-BE49-F238E27FC236}">
                <a16:creationId xmlns:a16="http://schemas.microsoft.com/office/drawing/2014/main" id="{1E59605F-F04E-58C0-102B-28C6AFF01B7D}"/>
              </a:ext>
            </a:extLst>
          </p:cNvPr>
          <p:cNvSpPr txBox="1"/>
          <p:nvPr userDrawn="1"/>
        </p:nvSpPr>
        <p:spPr>
          <a:xfrm>
            <a:off x="9126798" y="358721"/>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UI Semibold"/>
                <a:ea typeface="+mn-ea"/>
                <a:cs typeface="Segoe UI Semibold" panose="020B0502040204020203" pitchFamily="34" charset="0"/>
              </a:rPr>
              <a:t>Available with:</a:t>
            </a:r>
          </a:p>
        </p:txBody>
      </p:sp>
      <p:cxnSp>
        <p:nvCxnSpPr>
          <p:cNvPr id="76" name="Straight Connector 75">
            <a:extLst>
              <a:ext uri="{FF2B5EF4-FFF2-40B4-BE49-F238E27FC236}">
                <a16:creationId xmlns:a16="http://schemas.microsoft.com/office/drawing/2014/main" id="{384F79FD-8FB8-5727-A3FB-9193B8AF441D}"/>
              </a:ext>
            </a:extLst>
          </p:cNvPr>
          <p:cNvCxnSpPr/>
          <p:nvPr userDrawn="1"/>
        </p:nvCxnSpPr>
        <p:spPr>
          <a:xfrm>
            <a:off x="10357789"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79" name="Group 78">
            <a:extLst>
              <a:ext uri="{FF2B5EF4-FFF2-40B4-BE49-F238E27FC236}">
                <a16:creationId xmlns:a16="http://schemas.microsoft.com/office/drawing/2014/main" id="{ECD8F809-3EF5-43AD-9927-8D87766BB31B}"/>
              </a:ext>
              <a:ext uri="{C183D7F6-B498-43B3-948B-1728B52AA6E4}">
                <adec:decorative xmlns:adec="http://schemas.microsoft.com/office/drawing/2017/decorative" val="1"/>
              </a:ext>
            </a:extLst>
          </p:cNvPr>
          <p:cNvGrpSpPr/>
          <p:nvPr userDrawn="1"/>
        </p:nvGrpSpPr>
        <p:grpSpPr>
          <a:xfrm>
            <a:off x="5805591" y="1247214"/>
            <a:ext cx="210652" cy="210652"/>
            <a:chOff x="5214995" y="-1168400"/>
            <a:chExt cx="431800" cy="431800"/>
          </a:xfrm>
        </p:grpSpPr>
        <p:sp>
          <p:nvSpPr>
            <p:cNvPr id="80" name="Oval 79">
              <a:extLst>
                <a:ext uri="{FF2B5EF4-FFF2-40B4-BE49-F238E27FC236}">
                  <a16:creationId xmlns:a16="http://schemas.microsoft.com/office/drawing/2014/main" id="{BD95EE76-3BB3-5D96-1162-650D8265E79B}"/>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81" name="Rectangle 89">
              <a:extLst>
                <a:ext uri="{FF2B5EF4-FFF2-40B4-BE49-F238E27FC236}">
                  <a16:creationId xmlns:a16="http://schemas.microsoft.com/office/drawing/2014/main" id="{C479534D-98FF-6F65-ECCB-79C6294552EA}"/>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82" name="Group 81">
            <a:extLst>
              <a:ext uri="{FF2B5EF4-FFF2-40B4-BE49-F238E27FC236}">
                <a16:creationId xmlns:a16="http://schemas.microsoft.com/office/drawing/2014/main" id="{4684A0D0-9EC4-FC0C-B023-76950C80DF9A}"/>
              </a:ext>
              <a:ext uri="{C183D7F6-B498-43B3-948B-1728B52AA6E4}">
                <adec:decorative xmlns:adec="http://schemas.microsoft.com/office/drawing/2017/decorative" val="1"/>
              </a:ext>
            </a:extLst>
          </p:cNvPr>
          <p:cNvGrpSpPr/>
          <p:nvPr userDrawn="1"/>
        </p:nvGrpSpPr>
        <p:grpSpPr>
          <a:xfrm>
            <a:off x="8689384" y="1247214"/>
            <a:ext cx="210652" cy="210652"/>
            <a:chOff x="5214995" y="-1168400"/>
            <a:chExt cx="431800" cy="431800"/>
          </a:xfrm>
        </p:grpSpPr>
        <p:sp>
          <p:nvSpPr>
            <p:cNvPr id="83" name="Oval 82">
              <a:extLst>
                <a:ext uri="{FF2B5EF4-FFF2-40B4-BE49-F238E27FC236}">
                  <a16:creationId xmlns:a16="http://schemas.microsoft.com/office/drawing/2014/main" id="{C82D2312-1888-7E4C-63E7-F0B9A0902E6D}"/>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85" name="Rectangle 89">
              <a:extLst>
                <a:ext uri="{FF2B5EF4-FFF2-40B4-BE49-F238E27FC236}">
                  <a16:creationId xmlns:a16="http://schemas.microsoft.com/office/drawing/2014/main" id="{E1424AAE-0B41-949F-3E6D-9A5D7323D7DB}"/>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sp>
        <p:nvSpPr>
          <p:cNvPr id="10" name="Title 9">
            <a:extLst>
              <a:ext uri="{FF2B5EF4-FFF2-40B4-BE49-F238E27FC236}">
                <a16:creationId xmlns:a16="http://schemas.microsoft.com/office/drawing/2014/main" id="{37120404-23B9-B744-0816-1D0C351C9B66}"/>
              </a:ext>
            </a:extLst>
          </p:cNvPr>
          <p:cNvSpPr>
            <a:spLocks noGrp="1"/>
          </p:cNvSpPr>
          <p:nvPr>
            <p:ph type="title"/>
          </p:nvPr>
        </p:nvSpPr>
        <p:spPr>
          <a:xfrm>
            <a:off x="2492556" y="429376"/>
            <a:ext cx="4144817" cy="276999"/>
          </a:xfrm>
        </p:spPr>
        <p:txBody>
          <a:bodyPr/>
          <a:lstStyle>
            <a:lvl1pPr>
              <a:defRPr lang="en-IN" sz="1800" kern="1200" spc="-50" baseline="0" dirty="0">
                <a:solidFill>
                  <a:schemeClr val="tx1"/>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title style</a:t>
            </a:r>
            <a:endParaRPr lang="en-IN"/>
          </a:p>
        </p:txBody>
      </p:sp>
      <p:sp>
        <p:nvSpPr>
          <p:cNvPr id="5" name="Text Placeholder 70">
            <a:extLst>
              <a:ext uri="{FF2B5EF4-FFF2-40B4-BE49-F238E27FC236}">
                <a16:creationId xmlns:a16="http://schemas.microsoft.com/office/drawing/2014/main" id="{BECC6E1E-CB20-24F2-9CE6-B77C08524D07}"/>
              </a:ext>
            </a:extLst>
          </p:cNvPr>
          <p:cNvSpPr>
            <a:spLocks noGrp="1"/>
          </p:cNvSpPr>
          <p:nvPr>
            <p:ph type="body" sz="quarter" idx="33"/>
          </p:nvPr>
        </p:nvSpPr>
        <p:spPr>
          <a:xfrm>
            <a:off x="304796" y="413987"/>
            <a:ext cx="1941119" cy="307777"/>
          </a:xfrm>
        </p:spPr>
        <p:txBody>
          <a:bodyPr anchor="ctr"/>
          <a:lstStyle>
            <a:lvl1pPr marL="0" indent="0">
              <a:spcBef>
                <a:spcPts val="0"/>
              </a:spcBef>
              <a:buNone/>
              <a:defRPr sz="2000" spc="-50" baseline="0">
                <a:solidFill>
                  <a:schemeClr val="bg1"/>
                </a:solidFill>
                <a:latin typeface="+mj-lt"/>
              </a:defRPr>
            </a:lvl1pPr>
            <a:lvl2pPr marL="228600" indent="0">
              <a:buNone/>
              <a:defRPr/>
            </a:lvl2pPr>
          </a:lstStyle>
          <a:p>
            <a:pPr lvl="0"/>
            <a:r>
              <a:rPr lang="en-US"/>
              <a:t>Click to edit</a:t>
            </a:r>
          </a:p>
        </p:txBody>
      </p:sp>
      <p:sp>
        <p:nvSpPr>
          <p:cNvPr id="74" name="Licenses">
            <a:extLst>
              <a:ext uri="{FF2B5EF4-FFF2-40B4-BE49-F238E27FC236}">
                <a16:creationId xmlns:a16="http://schemas.microsoft.com/office/drawing/2014/main" id="{E442F0DF-3967-354D-A17D-A2229F6B3036}"/>
              </a:ext>
            </a:extLst>
          </p:cNvPr>
          <p:cNvSpPr>
            <a:spLocks noGrp="1"/>
          </p:cNvSpPr>
          <p:nvPr userDrawn="1">
            <p:ph type="body" sz="quarter" idx="44"/>
          </p:nvPr>
        </p:nvSpPr>
        <p:spPr>
          <a:xfrm>
            <a:off x="7149557" y="521100"/>
            <a:ext cx="2969488" cy="169277"/>
          </a:xfrm>
        </p:spPr>
        <p:txBody>
          <a:bodyPr/>
          <a:lstStyle>
            <a:lvl1pPr marL="0" indent="0" algn="r">
              <a:spcBef>
                <a:spcPts val="0"/>
              </a:spcBef>
              <a:buNone/>
              <a:defRPr sz="1100" b="1" i="0" spc="0" baseline="0">
                <a:solidFill>
                  <a:srgbClr val="C03BC4"/>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Click to edit</a:t>
            </a:r>
          </a:p>
        </p:txBody>
      </p:sp>
      <p:sp>
        <p:nvSpPr>
          <p:cNvPr id="72" name="Level">
            <a:extLst>
              <a:ext uri="{FF2B5EF4-FFF2-40B4-BE49-F238E27FC236}">
                <a16:creationId xmlns:a16="http://schemas.microsoft.com/office/drawing/2014/main" id="{0CD96223-5C6F-D226-0888-B8E8522B7793}"/>
              </a:ext>
            </a:extLst>
          </p:cNvPr>
          <p:cNvSpPr>
            <a:spLocks noGrp="1"/>
          </p:cNvSpPr>
          <p:nvPr userDrawn="1">
            <p:ph type="body" sz="quarter" idx="43"/>
          </p:nvPr>
        </p:nvSpPr>
        <p:spPr>
          <a:xfrm>
            <a:off x="10430351" y="521099"/>
            <a:ext cx="1456966" cy="175614"/>
          </a:xfrm>
        </p:spPr>
        <p:txBody>
          <a:bodyPr/>
          <a:lstStyle>
            <a:lvl1pPr marL="0" indent="0" algn="r">
              <a:spcBef>
                <a:spcPts val="0"/>
              </a:spcBef>
              <a:buNone/>
              <a:defRPr sz="1100" b="1" i="0" spc="0" baseline="0">
                <a:solidFill>
                  <a:srgbClr val="0078D4"/>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Click to edit</a:t>
            </a:r>
          </a:p>
        </p:txBody>
      </p:sp>
      <p:sp>
        <p:nvSpPr>
          <p:cNvPr id="14" name="Step 5 Top">
            <a:extLst>
              <a:ext uri="{FF2B5EF4-FFF2-40B4-BE49-F238E27FC236}">
                <a16:creationId xmlns:a16="http://schemas.microsoft.com/office/drawing/2014/main" id="{5F6FC536-93D3-A645-6321-E19971F6F7AD}"/>
              </a:ext>
            </a:extLst>
          </p:cNvPr>
          <p:cNvSpPr>
            <a:spLocks noGrp="1"/>
          </p:cNvSpPr>
          <p:nvPr>
            <p:ph type="body" sz="quarter" idx="42"/>
          </p:nvPr>
        </p:nvSpPr>
        <p:spPr>
          <a:xfrm>
            <a:off x="311388" y="1026303"/>
            <a:ext cx="2431246" cy="1131079"/>
          </a:xfrm>
        </p:spPr>
        <p:txBody>
          <a:bodyPr lIns="0" tIns="0" rIns="0" bIns="0">
            <a:noAutofit/>
          </a:bodyPr>
          <a:lstStyle>
            <a:lvl1pPr marL="0" indent="0">
              <a:spcBef>
                <a:spcPts val="0"/>
              </a:spcBef>
              <a:buNone/>
              <a:defRPr kumimoji="0" lang="en-US" sz="1050" b="0" i="0" u="none" strike="noStrike" kern="100" cap="none" normalizeH="0" baseline="0" dirty="0">
                <a:ln>
                  <a:noFill/>
                </a:ln>
                <a:solidFill>
                  <a:schemeClr val="tx1"/>
                </a:solidFill>
                <a:effectLst/>
                <a:uLnTx/>
                <a:uFillTx/>
                <a:latin typeface="+mn-lt"/>
                <a:ea typeface="Aptos" panose="020B0004020202020204" pitchFamily="34" charset="0"/>
                <a:cs typeface="Times New Roman" panose="02020603050405020304" pitchFamily="18" charset="0"/>
              </a:defRPr>
            </a:lvl1pPr>
          </a:lstStyle>
          <a:p>
            <a:pPr marL="0" marR="0" lvl="0" indent="0" algn="l" defTabSz="914400" rtl="0" eaLnBrk="1" fontAlgn="auto" latinLnBrk="0" hangingPunct="1">
              <a:spcBef>
                <a:spcPts val="0"/>
              </a:spcBef>
              <a:spcAft>
                <a:spcPts val="0"/>
              </a:spcAft>
              <a:buClrTx/>
              <a:buSzTx/>
              <a:buFontTx/>
              <a:buNone/>
              <a:tabLst/>
              <a:defRPr/>
            </a:pPr>
            <a:r>
              <a:rPr lang="en-US"/>
              <a:t>Click to edit Master text styles</a:t>
            </a:r>
          </a:p>
        </p:txBody>
      </p:sp>
      <p:sp>
        <p:nvSpPr>
          <p:cNvPr id="153" name="Text Placeholder 8">
            <a:extLst>
              <a:ext uri="{FF2B5EF4-FFF2-40B4-BE49-F238E27FC236}">
                <a16:creationId xmlns:a16="http://schemas.microsoft.com/office/drawing/2014/main" id="{20290FDF-B386-A402-3F54-8F38D89E3855}"/>
              </a:ext>
            </a:extLst>
          </p:cNvPr>
          <p:cNvSpPr>
            <a:spLocks noGrp="1"/>
          </p:cNvSpPr>
          <p:nvPr>
            <p:ph type="body" sz="quarter" idx="65"/>
          </p:nvPr>
        </p:nvSpPr>
        <p:spPr>
          <a:xfrm>
            <a:off x="320721" y="3467940"/>
            <a:ext cx="1131650" cy="219456"/>
          </a:xfrm>
          <a:prstGeom prst="roundRect">
            <a:avLst>
              <a:gd name="adj" fmla="val 50000"/>
            </a:avLst>
          </a:prstGeom>
          <a:solidFill>
            <a:srgbClr val="0078D4"/>
          </a:solidFill>
          <a:ln w="12700">
            <a:solidFill>
              <a:srgbClr val="0078D4"/>
            </a:solidFill>
          </a:ln>
          <a:effectLst>
            <a:outerShdw blurRad="63500" dist="63500" dir="2700000" algn="tl" rotWithShape="0">
              <a:prstClr val="black">
                <a:alpha val="20000"/>
              </a:prstClr>
            </a:outerShdw>
          </a:effectLst>
        </p:spPr>
        <p:txBody>
          <a:bodyPr lIns="0" tIns="36576" rIns="0" bIns="36576" anchor="ctr">
            <a:noAutofit/>
          </a:bodyPr>
          <a:lstStyle>
            <a:lvl1pPr marL="0" indent="0" algn="ctr">
              <a:buNone/>
              <a:defRPr sz="900">
                <a:solidFill>
                  <a:schemeClr val="bg1"/>
                </a:solidFill>
                <a:latin typeface="+mj-lt"/>
              </a:defRPr>
            </a:lvl1pPr>
            <a:lvl2pPr marL="228600" indent="0">
              <a:buNone/>
              <a:defRPr/>
            </a:lvl2pPr>
          </a:lstStyle>
          <a:p>
            <a:pPr lvl="0"/>
            <a:r>
              <a:rPr lang="en-US"/>
              <a:t>Click to edit</a:t>
            </a:r>
          </a:p>
        </p:txBody>
      </p:sp>
      <p:sp>
        <p:nvSpPr>
          <p:cNvPr id="152" name="Text Placeholder 8">
            <a:extLst>
              <a:ext uri="{FF2B5EF4-FFF2-40B4-BE49-F238E27FC236}">
                <a16:creationId xmlns:a16="http://schemas.microsoft.com/office/drawing/2014/main" id="{CC259F50-FF88-8A52-A7A2-B916E54D0007}"/>
              </a:ext>
            </a:extLst>
          </p:cNvPr>
          <p:cNvSpPr>
            <a:spLocks noGrp="1"/>
          </p:cNvSpPr>
          <p:nvPr>
            <p:ph type="body" sz="quarter" idx="64"/>
          </p:nvPr>
        </p:nvSpPr>
        <p:spPr>
          <a:xfrm>
            <a:off x="320721" y="4709762"/>
            <a:ext cx="1131651" cy="219456"/>
          </a:xfrm>
          <a:prstGeom prst="roundRect">
            <a:avLst>
              <a:gd name="adj" fmla="val 50000"/>
            </a:avLst>
          </a:prstGeom>
          <a:solidFill>
            <a:srgbClr val="C03BC4"/>
          </a:solidFill>
          <a:ln w="12700">
            <a:solidFill>
              <a:srgbClr val="C03BC4"/>
            </a:solidFill>
          </a:ln>
          <a:effectLst>
            <a:outerShdw blurRad="63500" dist="63500" dir="2700000" algn="tl" rotWithShape="0">
              <a:prstClr val="black">
                <a:alpha val="20000"/>
              </a:prstClr>
            </a:outerShdw>
          </a:effectLst>
        </p:spPr>
        <p:txBody>
          <a:bodyPr lIns="0" tIns="36576" rIns="0" bIns="36576" anchor="ctr">
            <a:noAutofit/>
          </a:bodyPr>
          <a:lstStyle>
            <a:lvl1pPr marL="0" indent="0" algn="ctr">
              <a:buNone/>
              <a:defRPr sz="900">
                <a:solidFill>
                  <a:schemeClr val="bg1"/>
                </a:solidFill>
                <a:latin typeface="+mj-lt"/>
              </a:defRPr>
            </a:lvl1pPr>
            <a:lvl2pPr marL="228600" indent="0">
              <a:buNone/>
              <a:defRPr/>
            </a:lvl2pPr>
          </a:lstStyle>
          <a:p>
            <a:pPr lvl="0"/>
            <a:r>
              <a:rPr lang="en-US"/>
              <a:t>Click to edit</a:t>
            </a:r>
          </a:p>
        </p:txBody>
      </p:sp>
      <p:sp>
        <p:nvSpPr>
          <p:cNvPr id="104" name="Step 1 Title">
            <a:extLst>
              <a:ext uri="{FF2B5EF4-FFF2-40B4-BE49-F238E27FC236}">
                <a16:creationId xmlns:a16="http://schemas.microsoft.com/office/drawing/2014/main" id="{AAECE90F-E2FD-C50D-2380-5A623E6E68CC}"/>
              </a:ext>
            </a:extLst>
          </p:cNvPr>
          <p:cNvSpPr>
            <a:spLocks noGrp="1"/>
          </p:cNvSpPr>
          <p:nvPr userDrawn="1">
            <p:ph type="body" sz="quarter" idx="47"/>
          </p:nvPr>
        </p:nvSpPr>
        <p:spPr>
          <a:xfrm>
            <a:off x="3182890"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10" name="Step 1 Top">
            <a:extLst>
              <a:ext uri="{FF2B5EF4-FFF2-40B4-BE49-F238E27FC236}">
                <a16:creationId xmlns:a16="http://schemas.microsoft.com/office/drawing/2014/main" id="{A10522D6-287E-CAF9-7877-202543AC084D}"/>
              </a:ext>
            </a:extLst>
          </p:cNvPr>
          <p:cNvSpPr>
            <a:spLocks noGrp="1"/>
          </p:cNvSpPr>
          <p:nvPr userDrawn="1">
            <p:ph type="body" sz="quarter" idx="48"/>
          </p:nvPr>
        </p:nvSpPr>
        <p:spPr>
          <a:xfrm>
            <a:off x="3182890"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102" name="Text Placeholder 11">
            <a:extLst>
              <a:ext uri="{FF2B5EF4-FFF2-40B4-BE49-F238E27FC236}">
                <a16:creationId xmlns:a16="http://schemas.microsoft.com/office/drawing/2014/main" id="{899216D1-14EF-7DC6-A6A8-3649535AF5ED}"/>
              </a:ext>
            </a:extLst>
          </p:cNvPr>
          <p:cNvSpPr>
            <a:spLocks noGrp="1"/>
          </p:cNvSpPr>
          <p:nvPr>
            <p:ph type="body" sz="quarter" idx="46"/>
          </p:nvPr>
        </p:nvSpPr>
        <p:spPr>
          <a:xfrm>
            <a:off x="3182889"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lgn="l">
              <a:buNone/>
              <a:defRPr sz="900">
                <a:latin typeface="+mj-lt"/>
              </a:defRPr>
            </a:lvl4pPr>
            <a:lvl5pPr>
              <a:defRPr/>
            </a:lvl5pPr>
          </a:lstStyle>
          <a:p>
            <a:pPr lvl="0"/>
            <a:r>
              <a:rPr lang="en-US"/>
              <a:t>Click to edit Master text styles</a:t>
            </a:r>
          </a:p>
          <a:p>
            <a:pPr lvl="3"/>
            <a:r>
              <a:rPr lang="en-US"/>
              <a:t>Level 2</a:t>
            </a:r>
          </a:p>
        </p:txBody>
      </p:sp>
      <p:sp>
        <p:nvSpPr>
          <p:cNvPr id="114" name="Step 1 Title">
            <a:extLst>
              <a:ext uri="{FF2B5EF4-FFF2-40B4-BE49-F238E27FC236}">
                <a16:creationId xmlns:a16="http://schemas.microsoft.com/office/drawing/2014/main" id="{AFF8CAD5-73C9-15E8-C15B-5669E59EDF22}"/>
              </a:ext>
            </a:extLst>
          </p:cNvPr>
          <p:cNvSpPr>
            <a:spLocks noGrp="1"/>
          </p:cNvSpPr>
          <p:nvPr userDrawn="1">
            <p:ph type="body" sz="quarter" idx="49"/>
          </p:nvPr>
        </p:nvSpPr>
        <p:spPr>
          <a:xfrm>
            <a:off x="6066682"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2"/>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19" name="Step 1 Top">
            <a:extLst>
              <a:ext uri="{FF2B5EF4-FFF2-40B4-BE49-F238E27FC236}">
                <a16:creationId xmlns:a16="http://schemas.microsoft.com/office/drawing/2014/main" id="{CBBB447E-62C7-3EE8-58FD-A63BA4091DC2}"/>
              </a:ext>
            </a:extLst>
          </p:cNvPr>
          <p:cNvSpPr>
            <a:spLocks noGrp="1"/>
          </p:cNvSpPr>
          <p:nvPr userDrawn="1">
            <p:ph type="body" sz="quarter" idx="50"/>
          </p:nvPr>
        </p:nvSpPr>
        <p:spPr>
          <a:xfrm>
            <a:off x="6066682"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3" name="Text Placeholder 11">
            <a:extLst>
              <a:ext uri="{FF2B5EF4-FFF2-40B4-BE49-F238E27FC236}">
                <a16:creationId xmlns:a16="http://schemas.microsoft.com/office/drawing/2014/main" id="{F6E7EFF7-AB37-8C10-0D72-C219A327442B}"/>
              </a:ext>
            </a:extLst>
          </p:cNvPr>
          <p:cNvSpPr>
            <a:spLocks noGrp="1"/>
          </p:cNvSpPr>
          <p:nvPr>
            <p:ph type="body" sz="quarter" idx="66"/>
          </p:nvPr>
        </p:nvSpPr>
        <p:spPr>
          <a:xfrm>
            <a:off x="6066682"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lgn="l">
              <a:buNone/>
              <a:defRPr sz="900">
                <a:latin typeface="+mj-lt"/>
              </a:defRPr>
            </a:lvl4pPr>
            <a:lvl5pPr>
              <a:defRPr/>
            </a:lvl5pPr>
          </a:lstStyle>
          <a:p>
            <a:pPr lvl="0"/>
            <a:r>
              <a:rPr lang="en-US"/>
              <a:t>Click to edit Master text styles</a:t>
            </a:r>
          </a:p>
          <a:p>
            <a:pPr lvl="3"/>
            <a:r>
              <a:rPr lang="en-US"/>
              <a:t>Level 2</a:t>
            </a:r>
          </a:p>
        </p:txBody>
      </p:sp>
      <p:sp>
        <p:nvSpPr>
          <p:cNvPr id="127" name="Step 1 Title">
            <a:extLst>
              <a:ext uri="{FF2B5EF4-FFF2-40B4-BE49-F238E27FC236}">
                <a16:creationId xmlns:a16="http://schemas.microsoft.com/office/drawing/2014/main" id="{DC3628C0-ED08-9682-4738-5B06F7C21C56}"/>
              </a:ext>
            </a:extLst>
          </p:cNvPr>
          <p:cNvSpPr>
            <a:spLocks noGrp="1"/>
          </p:cNvSpPr>
          <p:nvPr userDrawn="1">
            <p:ph type="body" sz="quarter" idx="52"/>
          </p:nvPr>
        </p:nvSpPr>
        <p:spPr>
          <a:xfrm>
            <a:off x="8950475"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3"/>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28" name="Step 1 Top">
            <a:extLst>
              <a:ext uri="{FF2B5EF4-FFF2-40B4-BE49-F238E27FC236}">
                <a16:creationId xmlns:a16="http://schemas.microsoft.com/office/drawing/2014/main" id="{E91EBCF2-F3C6-3640-61AD-0C42AE3B6C92}"/>
              </a:ext>
            </a:extLst>
          </p:cNvPr>
          <p:cNvSpPr>
            <a:spLocks noGrp="1"/>
          </p:cNvSpPr>
          <p:nvPr userDrawn="1">
            <p:ph type="body" sz="quarter" idx="53"/>
          </p:nvPr>
        </p:nvSpPr>
        <p:spPr>
          <a:xfrm>
            <a:off x="8950475"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4" name="Text Placeholder 11">
            <a:extLst>
              <a:ext uri="{FF2B5EF4-FFF2-40B4-BE49-F238E27FC236}">
                <a16:creationId xmlns:a16="http://schemas.microsoft.com/office/drawing/2014/main" id="{6820393F-A448-2E4C-089D-807F9DC2A07E}"/>
              </a:ext>
            </a:extLst>
          </p:cNvPr>
          <p:cNvSpPr>
            <a:spLocks noGrp="1"/>
          </p:cNvSpPr>
          <p:nvPr>
            <p:ph type="body" sz="quarter" idx="67"/>
          </p:nvPr>
        </p:nvSpPr>
        <p:spPr>
          <a:xfrm>
            <a:off x="8950475"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lgn="l">
              <a:buNone/>
              <a:defRPr sz="900">
                <a:latin typeface="+mj-lt"/>
              </a:defRPr>
            </a:lvl4pPr>
            <a:lvl5pPr>
              <a:defRPr/>
            </a:lvl5pPr>
          </a:lstStyle>
          <a:p>
            <a:pPr lvl="0"/>
            <a:r>
              <a:rPr lang="en-US"/>
              <a:t>Click to edit Master text styles</a:t>
            </a:r>
          </a:p>
          <a:p>
            <a:pPr lvl="3"/>
            <a:r>
              <a:rPr lang="en-US"/>
              <a:t>Level 2</a:t>
            </a:r>
          </a:p>
        </p:txBody>
      </p:sp>
      <p:sp>
        <p:nvSpPr>
          <p:cNvPr id="145" name="Footnote">
            <a:extLst>
              <a:ext uri="{FF2B5EF4-FFF2-40B4-BE49-F238E27FC236}">
                <a16:creationId xmlns:a16="http://schemas.microsoft.com/office/drawing/2014/main" id="{EFC765AC-7584-A8D3-1059-43D998733533}"/>
              </a:ext>
            </a:extLst>
          </p:cNvPr>
          <p:cNvSpPr txBox="1">
            <a:spLocks/>
          </p:cNvSpPr>
          <p:nvPr userDrawn="1"/>
        </p:nvSpPr>
        <p:spPr>
          <a:xfrm>
            <a:off x="320040" y="6309360"/>
            <a:ext cx="9597418" cy="430887"/>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7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1</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Access M365 Copilot Chat at </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hlinkClick r:id="rId2"/>
              </a:rPr>
              <a:t>m365copilot.com</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or the Microsoft 365 Copilot Chat mobile app and set toggle to “Web”.</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2</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Access M365 Copilot Chat at </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hlinkClick r:id="rId2"/>
              </a:rPr>
              <a:t>m365copilot.com</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the Microsoft 365 Copilot Chat mobile app, or the M365 Copilot Chat app in Teams, and set toggle to “Work”.</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3</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AI Agents allow Copilot to access your organization-specific apps. In the past this would have required an API call to get data from a system of record.</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The content in this example scenario is for demonstration purposes only. You should evaluate how Copilot aligns with your organization’s business processes, regulatory requirements, and responsible AI principles.</a:t>
            </a:r>
          </a:p>
        </p:txBody>
      </p:sp>
    </p:spTree>
    <p:extLst>
      <p:ext uri="{BB962C8B-B14F-4D97-AF65-F5344CB8AC3E}">
        <p14:creationId xmlns:p14="http://schemas.microsoft.com/office/powerpoint/2010/main" val="336991043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8">
          <p15:clr>
            <a:srgbClr val="A4A3A4"/>
          </p15:clr>
        </p15:guide>
        <p15:guide id="11" pos="2150">
          <p15:clr>
            <a:srgbClr val="A4A3A4"/>
          </p15:clr>
        </p15:guide>
        <p15:guide id="12" pos="2561">
          <p15:clr>
            <a:srgbClr val="A4A3A4"/>
          </p15:clr>
        </p15:guide>
        <p15:guide id="13" pos="2760">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4">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ay in the life six steps">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87766"/>
            <a:ext cx="5672544"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75" name="Scenario Level">
            <a:extLst>
              <a:ext uri="{FF2B5EF4-FFF2-40B4-BE49-F238E27FC236}">
                <a16:creationId xmlns:a16="http://schemas.microsoft.com/office/drawing/2014/main" id="{1BB75DAB-4D8A-2933-BB52-0C94AA4816E3}"/>
              </a:ext>
            </a:extLst>
          </p:cNvPr>
          <p:cNvSpPr txBox="1"/>
          <p:nvPr userDrawn="1"/>
        </p:nvSpPr>
        <p:spPr>
          <a:xfrm>
            <a:off x="10955436"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3" name="Level">
            <a:extLst>
              <a:ext uri="{FF2B5EF4-FFF2-40B4-BE49-F238E27FC236}">
                <a16:creationId xmlns:a16="http://schemas.microsoft.com/office/drawing/2014/main" id="{78D71A05-3479-3DEB-1227-2FC98983A80C}"/>
              </a:ext>
            </a:extLst>
          </p:cNvPr>
          <p:cNvSpPr>
            <a:spLocks noGrp="1"/>
          </p:cNvSpPr>
          <p:nvPr>
            <p:ph type="body" sz="quarter" idx="37" hasCustomPrompt="1"/>
          </p:nvPr>
        </p:nvSpPr>
        <p:spPr>
          <a:xfrm>
            <a:off x="10430234" y="521099"/>
            <a:ext cx="1456966" cy="175614"/>
          </a:xfrm>
        </p:spPr>
        <p:txBody>
          <a:bodyPr/>
          <a:lstStyle>
            <a:lvl1pPr marL="0" indent="0" algn="r">
              <a:spcBef>
                <a:spcPts val="0"/>
              </a:spcBef>
              <a:buNone/>
              <a:defRPr sz="1100" b="1" i="0" spc="-20" baseline="0">
                <a:solidFill>
                  <a:srgbClr val="0078D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sp>
        <p:nvSpPr>
          <p:cNvPr id="84" name="Available With">
            <a:extLst>
              <a:ext uri="{FF2B5EF4-FFF2-40B4-BE49-F238E27FC236}">
                <a16:creationId xmlns:a16="http://schemas.microsoft.com/office/drawing/2014/main" id="{8D8427AA-F015-D373-46E2-2EB1053D80CE}"/>
              </a:ext>
            </a:extLst>
          </p:cNvPr>
          <p:cNvSpPr txBox="1"/>
          <p:nvPr userDrawn="1"/>
        </p:nvSpPr>
        <p:spPr>
          <a:xfrm>
            <a:off x="918716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cxnSp>
        <p:nvCxnSpPr>
          <p:cNvPr id="86" name="Straight Connector 85">
            <a:extLst>
              <a:ext uri="{FF2B5EF4-FFF2-40B4-BE49-F238E27FC236}">
                <a16:creationId xmlns:a16="http://schemas.microsoft.com/office/drawing/2014/main" id="{4216CED8-8F45-B380-FB1B-B9408979340F}"/>
              </a:ext>
            </a:extLst>
          </p:cNvPr>
          <p:cNvCxnSpPr/>
          <p:nvPr userDrawn="1"/>
        </p:nvCxnSpPr>
        <p:spPr>
          <a:xfrm>
            <a:off x="10357672"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3" name="License">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6519107" y="521099"/>
            <a:ext cx="3599821" cy="169277"/>
          </a:xfrm>
        </p:spPr>
        <p:txBody>
          <a:bodyPr/>
          <a:lstStyle>
            <a:lvl1pPr marL="0" indent="0" algn="r">
              <a:spcBef>
                <a:spcPts val="0"/>
              </a:spcBef>
              <a:buNone/>
              <a:defRPr sz="1100" b="1" i="0" spc="-20" baseline="0">
                <a:solidFill>
                  <a:srgbClr val="C03BC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Microsoft 365 Copilot</a:t>
            </a:r>
          </a:p>
        </p:txBody>
      </p:sp>
      <p:sp>
        <p:nvSpPr>
          <p:cNvPr id="119" name="Freeform: Shape 2">
            <a:extLst>
              <a:ext uri="{FF2B5EF4-FFF2-40B4-BE49-F238E27FC236}">
                <a16:creationId xmlns:a16="http://schemas.microsoft.com/office/drawing/2014/main" id="{DFCC0CE5-9BBF-33A2-43D3-995556541219}"/>
              </a:ext>
              <a:ext uri="{C183D7F6-B498-43B3-948B-1728B52AA6E4}">
                <adec:decorative xmlns:adec="http://schemas.microsoft.com/office/drawing/2017/decorative" val="1"/>
              </a:ext>
            </a:extLst>
          </p:cNvPr>
          <p:cNvSpPr/>
          <p:nvPr userDrawn="1"/>
        </p:nvSpPr>
        <p:spPr bwMode="auto">
          <a:xfrm>
            <a:off x="-1" y="1857513"/>
            <a:ext cx="10010265"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70975" h="2491048">
                <a:moveTo>
                  <a:pt x="0" y="0"/>
                </a:moveTo>
                <a:lnTo>
                  <a:pt x="8850592" y="0"/>
                </a:lnTo>
                <a:cubicBezTo>
                  <a:pt x="8972306" y="0"/>
                  <a:pt x="9070975" y="98669"/>
                  <a:pt x="9070975" y="220383"/>
                </a:cubicBezTo>
                <a:lnTo>
                  <a:pt x="9070975" y="2270665"/>
                </a:lnTo>
                <a:cubicBezTo>
                  <a:pt x="9070975" y="2392379"/>
                  <a:pt x="8972306" y="2491048"/>
                  <a:pt x="8850592" y="2491048"/>
                </a:cubicBezTo>
                <a:lnTo>
                  <a:pt x="0" y="2491048"/>
                </a:lnTo>
              </a:path>
            </a:pathLst>
          </a:custGeom>
          <a:ln w="15875" cap="flat">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nvGrpSpPr>
          <p:cNvPr id="147" name="Group 146">
            <a:extLst>
              <a:ext uri="{FF2B5EF4-FFF2-40B4-BE49-F238E27FC236}">
                <a16:creationId xmlns:a16="http://schemas.microsoft.com/office/drawing/2014/main" id="{F3E1CBA9-BB11-EF2E-649E-27B49E82FE86}"/>
              </a:ext>
            </a:extLst>
          </p:cNvPr>
          <p:cNvGrpSpPr/>
          <p:nvPr userDrawn="1"/>
        </p:nvGrpSpPr>
        <p:grpSpPr>
          <a:xfrm>
            <a:off x="3476832" y="1793093"/>
            <a:ext cx="166152" cy="166152"/>
            <a:chOff x="5214995" y="-1168400"/>
            <a:chExt cx="431800" cy="431800"/>
          </a:xfrm>
        </p:grpSpPr>
        <p:sp>
          <p:nvSpPr>
            <p:cNvPr id="148" name="Oval 147">
              <a:extLst>
                <a:ext uri="{FF2B5EF4-FFF2-40B4-BE49-F238E27FC236}">
                  <a16:creationId xmlns:a16="http://schemas.microsoft.com/office/drawing/2014/main" id="{E54C8AC7-0DF2-A7B4-59BC-354BDE9A823D}"/>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149" name="Rectangle 89">
              <a:extLst>
                <a:ext uri="{FF2B5EF4-FFF2-40B4-BE49-F238E27FC236}">
                  <a16:creationId xmlns:a16="http://schemas.microsoft.com/office/drawing/2014/main" id="{F0376496-3125-ED18-7608-C142A0C35F3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150" name="Group 149">
            <a:extLst>
              <a:ext uri="{FF2B5EF4-FFF2-40B4-BE49-F238E27FC236}">
                <a16:creationId xmlns:a16="http://schemas.microsoft.com/office/drawing/2014/main" id="{3D3E10AB-B82F-F7E8-A33D-8AF61C784420}"/>
              </a:ext>
            </a:extLst>
          </p:cNvPr>
          <p:cNvGrpSpPr/>
          <p:nvPr userDrawn="1"/>
        </p:nvGrpSpPr>
        <p:grpSpPr>
          <a:xfrm>
            <a:off x="6669529" y="1793093"/>
            <a:ext cx="166152" cy="166152"/>
            <a:chOff x="5214995" y="-1168400"/>
            <a:chExt cx="431800" cy="431800"/>
          </a:xfrm>
        </p:grpSpPr>
        <p:sp>
          <p:nvSpPr>
            <p:cNvPr id="151" name="Oval 150">
              <a:extLst>
                <a:ext uri="{FF2B5EF4-FFF2-40B4-BE49-F238E27FC236}">
                  <a16:creationId xmlns:a16="http://schemas.microsoft.com/office/drawing/2014/main" id="{CC526CF7-4F8D-6DB9-E3E9-2381E7AFAF4A}"/>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Segoe UI" pitchFamily="34" charset="0"/>
              </a:endParaRPr>
            </a:p>
          </p:txBody>
        </p:sp>
        <p:sp>
          <p:nvSpPr>
            <p:cNvPr id="152" name="Rectangle 89">
              <a:extLst>
                <a:ext uri="{FF2B5EF4-FFF2-40B4-BE49-F238E27FC236}">
                  <a16:creationId xmlns:a16="http://schemas.microsoft.com/office/drawing/2014/main" id="{63E3BD4D-8045-49DC-2041-46643AE5ED02}"/>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153" name="Group 152">
            <a:extLst>
              <a:ext uri="{FF2B5EF4-FFF2-40B4-BE49-F238E27FC236}">
                <a16:creationId xmlns:a16="http://schemas.microsoft.com/office/drawing/2014/main" id="{816F1C59-4D7D-3BDD-0560-654E11A9B15E}"/>
              </a:ext>
            </a:extLst>
          </p:cNvPr>
          <p:cNvGrpSpPr/>
          <p:nvPr userDrawn="1"/>
        </p:nvGrpSpPr>
        <p:grpSpPr>
          <a:xfrm flipH="1">
            <a:off x="3476832" y="4248344"/>
            <a:ext cx="166152" cy="166152"/>
            <a:chOff x="5214995" y="-1168400"/>
            <a:chExt cx="431800" cy="431800"/>
          </a:xfrm>
        </p:grpSpPr>
        <p:sp>
          <p:nvSpPr>
            <p:cNvPr id="154" name="Oval 153">
              <a:extLst>
                <a:ext uri="{FF2B5EF4-FFF2-40B4-BE49-F238E27FC236}">
                  <a16:creationId xmlns:a16="http://schemas.microsoft.com/office/drawing/2014/main" id="{A0C410FC-F149-F1FA-B620-BF7F0EDE7D6C}"/>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Segoe UI" pitchFamily="34" charset="0"/>
              </a:endParaRPr>
            </a:p>
          </p:txBody>
        </p:sp>
        <p:sp>
          <p:nvSpPr>
            <p:cNvPr id="155" name="Rectangle 89">
              <a:extLst>
                <a:ext uri="{FF2B5EF4-FFF2-40B4-BE49-F238E27FC236}">
                  <a16:creationId xmlns:a16="http://schemas.microsoft.com/office/drawing/2014/main" id="{5B5C9B65-59ED-2529-1E53-C9ABE9CB79FD}"/>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156" name="Group 155">
            <a:extLst>
              <a:ext uri="{FF2B5EF4-FFF2-40B4-BE49-F238E27FC236}">
                <a16:creationId xmlns:a16="http://schemas.microsoft.com/office/drawing/2014/main" id="{28DAF83D-E0BD-BE8E-ECEC-5E5EDE3E6C74}"/>
              </a:ext>
            </a:extLst>
          </p:cNvPr>
          <p:cNvGrpSpPr/>
          <p:nvPr userDrawn="1"/>
        </p:nvGrpSpPr>
        <p:grpSpPr>
          <a:xfrm flipH="1">
            <a:off x="6669529" y="4248344"/>
            <a:ext cx="166152" cy="166152"/>
            <a:chOff x="5214995" y="-1168400"/>
            <a:chExt cx="431800" cy="431800"/>
          </a:xfrm>
        </p:grpSpPr>
        <p:sp>
          <p:nvSpPr>
            <p:cNvPr id="157" name="Oval 156">
              <a:extLst>
                <a:ext uri="{FF2B5EF4-FFF2-40B4-BE49-F238E27FC236}">
                  <a16:creationId xmlns:a16="http://schemas.microsoft.com/office/drawing/2014/main" id="{2CC39567-C008-3C38-03DA-28EE0BE74832}"/>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Segoe UI" pitchFamily="34" charset="0"/>
              </a:endParaRPr>
            </a:p>
          </p:txBody>
        </p:sp>
        <p:sp>
          <p:nvSpPr>
            <p:cNvPr id="158" name="Rectangle 89">
              <a:extLst>
                <a:ext uri="{FF2B5EF4-FFF2-40B4-BE49-F238E27FC236}">
                  <a16:creationId xmlns:a16="http://schemas.microsoft.com/office/drawing/2014/main" id="{99B2574B-7594-72E2-E826-4D4DA471A11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177" name="Group 176">
            <a:extLst>
              <a:ext uri="{FF2B5EF4-FFF2-40B4-BE49-F238E27FC236}">
                <a16:creationId xmlns:a16="http://schemas.microsoft.com/office/drawing/2014/main" id="{E60DF7C5-E7F6-A90D-706C-6592ECDDB338}"/>
              </a:ext>
            </a:extLst>
          </p:cNvPr>
          <p:cNvGrpSpPr/>
          <p:nvPr userDrawn="1"/>
        </p:nvGrpSpPr>
        <p:grpSpPr>
          <a:xfrm rot="5400000">
            <a:off x="9928103" y="2233511"/>
            <a:ext cx="166152" cy="166152"/>
            <a:chOff x="5214995" y="-1168400"/>
            <a:chExt cx="431800" cy="431800"/>
          </a:xfrm>
        </p:grpSpPr>
        <p:sp>
          <p:nvSpPr>
            <p:cNvPr id="178" name="Oval 177">
              <a:extLst>
                <a:ext uri="{FF2B5EF4-FFF2-40B4-BE49-F238E27FC236}">
                  <a16:creationId xmlns:a16="http://schemas.microsoft.com/office/drawing/2014/main" id="{11A9EA57-349E-6453-094C-DB252913E583}"/>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Segoe UI" pitchFamily="34" charset="0"/>
              </a:endParaRPr>
            </a:p>
          </p:txBody>
        </p:sp>
        <p:sp>
          <p:nvSpPr>
            <p:cNvPr id="179" name="Rectangle 89">
              <a:extLst>
                <a:ext uri="{FF2B5EF4-FFF2-40B4-BE49-F238E27FC236}">
                  <a16:creationId xmlns:a16="http://schemas.microsoft.com/office/drawing/2014/main" id="{217C0C60-8F15-8390-C6A7-0DB9E99CA65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180" name="Group 179">
            <a:extLst>
              <a:ext uri="{FF2B5EF4-FFF2-40B4-BE49-F238E27FC236}">
                <a16:creationId xmlns:a16="http://schemas.microsoft.com/office/drawing/2014/main" id="{3B572509-4831-8A48-B663-AE17D9FD8ED5}"/>
              </a:ext>
            </a:extLst>
          </p:cNvPr>
          <p:cNvGrpSpPr/>
          <p:nvPr userDrawn="1"/>
        </p:nvGrpSpPr>
        <p:grpSpPr>
          <a:xfrm rot="5400000">
            <a:off x="9928103" y="3954518"/>
            <a:ext cx="166152" cy="166152"/>
            <a:chOff x="5214995" y="-1168400"/>
            <a:chExt cx="431800" cy="431800"/>
          </a:xfrm>
        </p:grpSpPr>
        <p:sp>
          <p:nvSpPr>
            <p:cNvPr id="181" name="Oval 180">
              <a:extLst>
                <a:ext uri="{FF2B5EF4-FFF2-40B4-BE49-F238E27FC236}">
                  <a16:creationId xmlns:a16="http://schemas.microsoft.com/office/drawing/2014/main" id="{068A591D-A59C-D3D7-2C67-293B3727D0A2}"/>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Segoe UI" pitchFamily="34" charset="0"/>
              </a:endParaRPr>
            </a:p>
          </p:txBody>
        </p:sp>
        <p:sp>
          <p:nvSpPr>
            <p:cNvPr id="182" name="Rectangle 89">
              <a:extLst>
                <a:ext uri="{FF2B5EF4-FFF2-40B4-BE49-F238E27FC236}">
                  <a16:creationId xmlns:a16="http://schemas.microsoft.com/office/drawing/2014/main" id="{8B0AF6B1-C3AC-C476-AE16-287C61A1D75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sp>
        <p:nvSpPr>
          <p:cNvPr id="95" name="Step 1 TItle">
            <a:extLst>
              <a:ext uri="{FF2B5EF4-FFF2-40B4-BE49-F238E27FC236}">
                <a16:creationId xmlns:a16="http://schemas.microsoft.com/office/drawing/2014/main" id="{545F2FD2-44C5-DA9F-8E2B-13D6C03793D7}"/>
              </a:ext>
            </a:extLst>
          </p:cNvPr>
          <p:cNvSpPr>
            <a:spLocks noGrp="1"/>
          </p:cNvSpPr>
          <p:nvPr>
            <p:ph type="body" sz="quarter" idx="11" hasCustomPrompt="1"/>
          </p:nvPr>
        </p:nvSpPr>
        <p:spPr>
          <a:xfrm>
            <a:off x="584200" y="169013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06" name="Step 1 Top">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2128438"/>
            <a:ext cx="2808000" cy="626701"/>
          </a:xfrm>
        </p:spPr>
        <p:txBody>
          <a:bodyPr lIns="0" tIns="0" rIns="0" bIns="0">
            <a:normAutofit/>
          </a:bodyPr>
          <a:lstStyle>
            <a:lvl1pPr marL="0" indent="0">
              <a:lnSpc>
                <a:spcPct val="100000"/>
              </a:lnSpc>
              <a:spcBef>
                <a:spcPts val="0"/>
              </a:spcBef>
              <a:buNone/>
              <a:defRPr sz="900"/>
            </a:lvl1pPr>
          </a:lstStyle>
          <a:p>
            <a:pPr lvl="0"/>
            <a:r>
              <a:rPr lang="en-US"/>
              <a:t>Click to edit Master text styles</a:t>
            </a:r>
          </a:p>
        </p:txBody>
      </p:sp>
      <p:sp>
        <p:nvSpPr>
          <p:cNvPr id="109" name="Step 1 Bottom">
            <a:extLst>
              <a:ext uri="{FF2B5EF4-FFF2-40B4-BE49-F238E27FC236}">
                <a16:creationId xmlns:a16="http://schemas.microsoft.com/office/drawing/2014/main" id="{C966B391-3BF4-A5FB-4F8A-8B4B54689661}"/>
              </a:ext>
            </a:extLst>
          </p:cNvPr>
          <p:cNvSpPr>
            <a:spLocks noGrp="1"/>
          </p:cNvSpPr>
          <p:nvPr>
            <p:ph type="body" sz="quarter" idx="21"/>
          </p:nvPr>
        </p:nvSpPr>
        <p:spPr>
          <a:xfrm>
            <a:off x="584199" y="3304510"/>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83" name="Step 2 Title">
            <a:extLst>
              <a:ext uri="{FF2B5EF4-FFF2-40B4-BE49-F238E27FC236}">
                <a16:creationId xmlns:a16="http://schemas.microsoft.com/office/drawing/2014/main" id="{DF1E6E41-3DB3-84EB-984F-CCB9167D5657}"/>
              </a:ext>
            </a:extLst>
          </p:cNvPr>
          <p:cNvSpPr>
            <a:spLocks noGrp="1"/>
          </p:cNvSpPr>
          <p:nvPr>
            <p:ph type="body" sz="quarter" idx="22" hasCustomPrompt="1"/>
          </p:nvPr>
        </p:nvSpPr>
        <p:spPr>
          <a:xfrm>
            <a:off x="3776898" y="169013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84" name="Step 2 Top">
            <a:extLst>
              <a:ext uri="{FF2B5EF4-FFF2-40B4-BE49-F238E27FC236}">
                <a16:creationId xmlns:a16="http://schemas.microsoft.com/office/drawing/2014/main" id="{6E6ACE10-8248-C360-0E35-7598E8EC8281}"/>
              </a:ext>
            </a:extLst>
          </p:cNvPr>
          <p:cNvSpPr>
            <a:spLocks noGrp="1"/>
          </p:cNvSpPr>
          <p:nvPr>
            <p:ph type="body" sz="quarter" idx="23"/>
          </p:nvPr>
        </p:nvSpPr>
        <p:spPr>
          <a:xfrm>
            <a:off x="3776898" y="2128438"/>
            <a:ext cx="2808000" cy="626701"/>
          </a:xfrm>
        </p:spPr>
        <p:txBody>
          <a:bodyPr lIns="0" tIns="0" rIns="0" bIns="0">
            <a:normAutofit/>
          </a:bodyPr>
          <a:lstStyle>
            <a:lvl1pPr marL="0" indent="0">
              <a:lnSpc>
                <a:spcPct val="100000"/>
              </a:lnSpc>
              <a:spcBef>
                <a:spcPts val="0"/>
              </a:spcBef>
              <a:buNone/>
              <a:defRPr sz="900"/>
            </a:lvl1pPr>
          </a:lstStyle>
          <a:p>
            <a:pPr lvl="0"/>
            <a:r>
              <a:rPr lang="en-US"/>
              <a:t>Click to edit Master text styles</a:t>
            </a:r>
          </a:p>
        </p:txBody>
      </p:sp>
      <p:sp>
        <p:nvSpPr>
          <p:cNvPr id="185" name="Step 2 Bottom">
            <a:extLst>
              <a:ext uri="{FF2B5EF4-FFF2-40B4-BE49-F238E27FC236}">
                <a16:creationId xmlns:a16="http://schemas.microsoft.com/office/drawing/2014/main" id="{55D154DF-71A5-D9D3-0756-AA7208899CFD}"/>
              </a:ext>
            </a:extLst>
          </p:cNvPr>
          <p:cNvSpPr>
            <a:spLocks noGrp="1"/>
          </p:cNvSpPr>
          <p:nvPr>
            <p:ph type="body" sz="quarter" idx="24"/>
          </p:nvPr>
        </p:nvSpPr>
        <p:spPr>
          <a:xfrm>
            <a:off x="3776897" y="3304510"/>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86" name="Step 3 Title">
            <a:extLst>
              <a:ext uri="{FF2B5EF4-FFF2-40B4-BE49-F238E27FC236}">
                <a16:creationId xmlns:a16="http://schemas.microsoft.com/office/drawing/2014/main" id="{3BF3353A-2534-A54C-BD30-4DA6ABBA06BA}"/>
              </a:ext>
            </a:extLst>
          </p:cNvPr>
          <p:cNvSpPr>
            <a:spLocks noGrp="1"/>
          </p:cNvSpPr>
          <p:nvPr>
            <p:ph type="body" sz="quarter" idx="25" hasCustomPrompt="1"/>
          </p:nvPr>
        </p:nvSpPr>
        <p:spPr>
          <a:xfrm>
            <a:off x="6969595" y="169013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87" name="Step 3 Top">
            <a:extLst>
              <a:ext uri="{FF2B5EF4-FFF2-40B4-BE49-F238E27FC236}">
                <a16:creationId xmlns:a16="http://schemas.microsoft.com/office/drawing/2014/main" id="{F8FA69C0-B798-B0EF-B064-997FF774E8E9}"/>
              </a:ext>
            </a:extLst>
          </p:cNvPr>
          <p:cNvSpPr>
            <a:spLocks noGrp="1"/>
          </p:cNvSpPr>
          <p:nvPr>
            <p:ph type="body" sz="quarter" idx="26"/>
          </p:nvPr>
        </p:nvSpPr>
        <p:spPr>
          <a:xfrm>
            <a:off x="6969595" y="2128438"/>
            <a:ext cx="2808000" cy="626701"/>
          </a:xfrm>
        </p:spPr>
        <p:txBody>
          <a:bodyPr lIns="0" tIns="0" rIns="0" bIns="0">
            <a:normAutofit/>
          </a:bodyPr>
          <a:lstStyle>
            <a:lvl1pPr marL="0" indent="0">
              <a:lnSpc>
                <a:spcPct val="100000"/>
              </a:lnSpc>
              <a:spcBef>
                <a:spcPts val="0"/>
              </a:spcBef>
              <a:buNone/>
              <a:defRPr lang="en-US" sz="9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1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88" name="Step 3 Bottom">
            <a:extLst>
              <a:ext uri="{FF2B5EF4-FFF2-40B4-BE49-F238E27FC236}">
                <a16:creationId xmlns:a16="http://schemas.microsoft.com/office/drawing/2014/main" id="{FFA3E6BA-ECB6-F78C-CF22-7B05706020E3}"/>
              </a:ext>
            </a:extLst>
          </p:cNvPr>
          <p:cNvSpPr>
            <a:spLocks noGrp="1"/>
          </p:cNvSpPr>
          <p:nvPr>
            <p:ph type="body" sz="quarter" idx="27"/>
          </p:nvPr>
        </p:nvSpPr>
        <p:spPr>
          <a:xfrm>
            <a:off x="6969595" y="3304510"/>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95" name="Step 4 Title">
            <a:extLst>
              <a:ext uri="{FF2B5EF4-FFF2-40B4-BE49-F238E27FC236}">
                <a16:creationId xmlns:a16="http://schemas.microsoft.com/office/drawing/2014/main" id="{4411A19D-5600-3582-7891-BEECA6B3C921}"/>
              </a:ext>
            </a:extLst>
          </p:cNvPr>
          <p:cNvSpPr>
            <a:spLocks noGrp="1"/>
          </p:cNvSpPr>
          <p:nvPr>
            <p:ph type="body" sz="quarter" idx="34" hasCustomPrompt="1"/>
          </p:nvPr>
        </p:nvSpPr>
        <p:spPr>
          <a:xfrm>
            <a:off x="6969595" y="415007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96" name="Step 4 Top">
            <a:extLst>
              <a:ext uri="{FF2B5EF4-FFF2-40B4-BE49-F238E27FC236}">
                <a16:creationId xmlns:a16="http://schemas.microsoft.com/office/drawing/2014/main" id="{E6756EC6-5C62-CCBD-6970-540F4E463C66}"/>
              </a:ext>
            </a:extLst>
          </p:cNvPr>
          <p:cNvSpPr>
            <a:spLocks noGrp="1"/>
          </p:cNvSpPr>
          <p:nvPr>
            <p:ph type="body" sz="quarter" idx="35"/>
          </p:nvPr>
        </p:nvSpPr>
        <p:spPr>
          <a:xfrm>
            <a:off x="6969595" y="4584616"/>
            <a:ext cx="2808000" cy="626701"/>
          </a:xfrm>
        </p:spPr>
        <p:txBody>
          <a:bodyPr lIns="0" tIns="0" rIns="0" bIns="0">
            <a:normAutofit/>
          </a:bodyPr>
          <a:lstStyle>
            <a:lvl1pPr marL="0" indent="0">
              <a:lnSpc>
                <a:spcPct val="100000"/>
              </a:lnSpc>
              <a:spcBef>
                <a:spcPts val="0"/>
              </a:spcBef>
              <a:buNone/>
              <a:defRPr sz="900"/>
            </a:lvl1pPr>
          </a:lstStyle>
          <a:p>
            <a:pPr lvl="0"/>
            <a:r>
              <a:rPr lang="en-US"/>
              <a:t>Click to edit Master text styles</a:t>
            </a:r>
          </a:p>
        </p:txBody>
      </p:sp>
      <p:sp>
        <p:nvSpPr>
          <p:cNvPr id="197" name="Step 4 Bottom">
            <a:extLst>
              <a:ext uri="{FF2B5EF4-FFF2-40B4-BE49-F238E27FC236}">
                <a16:creationId xmlns:a16="http://schemas.microsoft.com/office/drawing/2014/main" id="{56520A8E-9E5D-0840-1CB1-35762F47BF5D}"/>
              </a:ext>
            </a:extLst>
          </p:cNvPr>
          <p:cNvSpPr>
            <a:spLocks noGrp="1"/>
          </p:cNvSpPr>
          <p:nvPr>
            <p:ph type="body" sz="quarter" idx="36"/>
          </p:nvPr>
        </p:nvSpPr>
        <p:spPr>
          <a:xfrm>
            <a:off x="6969595" y="5696772"/>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92" name="Step 5 Title">
            <a:extLst>
              <a:ext uri="{FF2B5EF4-FFF2-40B4-BE49-F238E27FC236}">
                <a16:creationId xmlns:a16="http://schemas.microsoft.com/office/drawing/2014/main" id="{D8F51403-DA8F-C60A-932D-8B8817FDA751}"/>
              </a:ext>
            </a:extLst>
          </p:cNvPr>
          <p:cNvSpPr>
            <a:spLocks noGrp="1"/>
          </p:cNvSpPr>
          <p:nvPr>
            <p:ph type="body" sz="quarter" idx="31" hasCustomPrompt="1"/>
          </p:nvPr>
        </p:nvSpPr>
        <p:spPr>
          <a:xfrm>
            <a:off x="3776898" y="415007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93" name="Step 5 Top">
            <a:extLst>
              <a:ext uri="{FF2B5EF4-FFF2-40B4-BE49-F238E27FC236}">
                <a16:creationId xmlns:a16="http://schemas.microsoft.com/office/drawing/2014/main" id="{1D287AE8-D07F-849B-E6F1-1AC629E8FB32}"/>
              </a:ext>
            </a:extLst>
          </p:cNvPr>
          <p:cNvSpPr>
            <a:spLocks noGrp="1"/>
          </p:cNvSpPr>
          <p:nvPr>
            <p:ph type="body" sz="quarter" idx="32"/>
          </p:nvPr>
        </p:nvSpPr>
        <p:spPr>
          <a:xfrm>
            <a:off x="3776898" y="4584616"/>
            <a:ext cx="2808000" cy="626701"/>
          </a:xfrm>
        </p:spPr>
        <p:txBody>
          <a:bodyPr lIns="0" tIns="0" rIns="0" bIns="0">
            <a:normAutofit/>
          </a:bodyPr>
          <a:lstStyle>
            <a:lvl1pPr marL="0" indent="0">
              <a:lnSpc>
                <a:spcPct val="100000"/>
              </a:lnSpc>
              <a:spcBef>
                <a:spcPts val="0"/>
              </a:spcBef>
              <a:buNone/>
              <a:defRPr sz="900"/>
            </a:lvl1pPr>
          </a:lstStyle>
          <a:p>
            <a:pPr lvl="0"/>
            <a:r>
              <a:rPr lang="en-US"/>
              <a:t>Click to edit Master text styles</a:t>
            </a:r>
          </a:p>
        </p:txBody>
      </p:sp>
      <p:sp>
        <p:nvSpPr>
          <p:cNvPr id="194" name="Step 5 Bottom">
            <a:extLst>
              <a:ext uri="{FF2B5EF4-FFF2-40B4-BE49-F238E27FC236}">
                <a16:creationId xmlns:a16="http://schemas.microsoft.com/office/drawing/2014/main" id="{D79AB424-C959-FD9F-0942-4B657234F221}"/>
              </a:ext>
            </a:extLst>
          </p:cNvPr>
          <p:cNvSpPr>
            <a:spLocks noGrp="1"/>
          </p:cNvSpPr>
          <p:nvPr>
            <p:ph type="body" sz="quarter" idx="33"/>
          </p:nvPr>
        </p:nvSpPr>
        <p:spPr>
          <a:xfrm>
            <a:off x="3776897" y="5681038"/>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89" name="Step 6 Title">
            <a:extLst>
              <a:ext uri="{FF2B5EF4-FFF2-40B4-BE49-F238E27FC236}">
                <a16:creationId xmlns:a16="http://schemas.microsoft.com/office/drawing/2014/main" id="{E07EBCA7-C1BD-E0AD-6403-14224CB1B5C6}"/>
              </a:ext>
            </a:extLst>
          </p:cNvPr>
          <p:cNvSpPr>
            <a:spLocks noGrp="1"/>
          </p:cNvSpPr>
          <p:nvPr>
            <p:ph type="body" sz="quarter" idx="28" hasCustomPrompt="1"/>
          </p:nvPr>
        </p:nvSpPr>
        <p:spPr>
          <a:xfrm>
            <a:off x="584200" y="415007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90" name="Step 6 Top">
            <a:extLst>
              <a:ext uri="{FF2B5EF4-FFF2-40B4-BE49-F238E27FC236}">
                <a16:creationId xmlns:a16="http://schemas.microsoft.com/office/drawing/2014/main" id="{880DDDC9-1973-AB6B-84B0-8402F7E57DD6}"/>
              </a:ext>
            </a:extLst>
          </p:cNvPr>
          <p:cNvSpPr>
            <a:spLocks noGrp="1"/>
          </p:cNvSpPr>
          <p:nvPr>
            <p:ph type="body" sz="quarter" idx="29"/>
          </p:nvPr>
        </p:nvSpPr>
        <p:spPr>
          <a:xfrm>
            <a:off x="584200" y="4584616"/>
            <a:ext cx="2808000" cy="626701"/>
          </a:xfrm>
        </p:spPr>
        <p:txBody>
          <a:bodyPr lIns="0" tIns="0" rIns="0" bIns="0">
            <a:normAutofit/>
          </a:bodyPr>
          <a:lstStyle>
            <a:lvl1pPr marL="0" indent="0">
              <a:lnSpc>
                <a:spcPct val="100000"/>
              </a:lnSpc>
              <a:spcBef>
                <a:spcPts val="0"/>
              </a:spcBef>
              <a:buNone/>
              <a:defRPr sz="900"/>
            </a:lvl1pPr>
          </a:lstStyle>
          <a:p>
            <a:pPr lvl="0"/>
            <a:r>
              <a:rPr lang="en-US"/>
              <a:t>Click to edit Master text styles</a:t>
            </a:r>
          </a:p>
        </p:txBody>
      </p:sp>
      <p:sp>
        <p:nvSpPr>
          <p:cNvPr id="191" name="Step 6 Bottom">
            <a:extLst>
              <a:ext uri="{FF2B5EF4-FFF2-40B4-BE49-F238E27FC236}">
                <a16:creationId xmlns:a16="http://schemas.microsoft.com/office/drawing/2014/main" id="{779BA1D8-105C-B66F-63AF-84DC7F622456}"/>
              </a:ext>
            </a:extLst>
          </p:cNvPr>
          <p:cNvSpPr>
            <a:spLocks noGrp="1"/>
          </p:cNvSpPr>
          <p:nvPr>
            <p:ph type="body" sz="quarter" idx="30"/>
          </p:nvPr>
        </p:nvSpPr>
        <p:spPr>
          <a:xfrm>
            <a:off x="584200" y="5681038"/>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5" name="Footnote">
            <a:extLst>
              <a:ext uri="{FF2B5EF4-FFF2-40B4-BE49-F238E27FC236}">
                <a16:creationId xmlns:a16="http://schemas.microsoft.com/office/drawing/2014/main" id="{31EB8337-5CD4-C7D9-AFCA-89AFAC81CFF8}"/>
              </a:ext>
            </a:extLst>
          </p:cNvPr>
          <p:cNvSpPr txBox="1">
            <a:spLocks/>
          </p:cNvSpPr>
          <p:nvPr userDrawn="1"/>
        </p:nvSpPr>
        <p:spPr>
          <a:xfrm>
            <a:off x="653131" y="6406129"/>
            <a:ext cx="9597418" cy="430887"/>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7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aseline="30000" noProof="0" dirty="0"/>
              <a:t>1</a:t>
            </a:r>
            <a:r>
              <a:rPr lang="en-US" noProof="0" dirty="0"/>
              <a:t>Access M365 Copilot Chat at </a:t>
            </a:r>
            <a:r>
              <a:rPr lang="en-US" noProof="0" dirty="0">
                <a:hlinkClick r:id="rId2"/>
              </a:rPr>
              <a:t>m365copilot.com </a:t>
            </a:r>
            <a:r>
              <a:rPr lang="en-US" noProof="0" dirty="0"/>
              <a:t>or the Microsoft 365 Copilot Chat mobile app and set toggle to “Web”.</a:t>
            </a:r>
          </a:p>
          <a:p>
            <a:r>
              <a:rPr lang="en-US" baseline="30000" noProof="0" dirty="0"/>
              <a:t>2</a:t>
            </a:r>
            <a:r>
              <a:rPr lang="en-US" noProof="0" dirty="0"/>
              <a:t>Access M365 Copilot Chat at </a:t>
            </a:r>
            <a:r>
              <a:rPr lang="en-US" noProof="0" dirty="0">
                <a:hlinkClick r:id="rId2"/>
              </a:rPr>
              <a:t>m365copilot.com</a:t>
            </a:r>
            <a:r>
              <a:rPr lang="en-US" noProof="0" dirty="0"/>
              <a:t>, the Microsoft 365 Copilot Chat mobile app, or the M365 Copilot Chat app in Teams, and set toggle to “Work”.</a:t>
            </a:r>
          </a:p>
          <a:p>
            <a:r>
              <a:rPr lang="en-US" baseline="30000" noProof="0" dirty="0"/>
              <a:t>3</a:t>
            </a:r>
            <a:r>
              <a:rPr lang="en-US" noProof="0" dirty="0"/>
              <a:t>AI Agents allow Copilot to access your organization-specific apps. In the past this would have required an API call to get data from a system of record.</a:t>
            </a:r>
          </a:p>
          <a:p>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The content in this example scenario is for demonstration purposes only. You should evaluate how Copilot aligns with your organization’s business processes, regulatory requirements, and responsible AI principles.</a:t>
            </a:r>
          </a:p>
        </p:txBody>
      </p:sp>
    </p:spTree>
    <p:extLst>
      <p:ext uri="{BB962C8B-B14F-4D97-AF65-F5344CB8AC3E}">
        <p14:creationId xmlns:p14="http://schemas.microsoft.com/office/powerpoint/2010/main" val="369111822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sv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5037928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9" r:id="rId7"/>
    <p:sldLayoutId id="2147483670" r:id="rId8"/>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8.pn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17.png"/><Relationship Id="rId2" Type="http://schemas.openxmlformats.org/officeDocument/2006/relationships/image" Target="../media/image8.png"/><Relationship Id="rId1" Type="http://schemas.openxmlformats.org/officeDocument/2006/relationships/slideLayout" Target="../slideLayouts/slideLayout8.xml"/><Relationship Id="rId6" Type="http://schemas.openxmlformats.org/officeDocument/2006/relationships/image" Target="../media/image12.png"/><Relationship Id="rId11" Type="http://schemas.openxmlformats.org/officeDocument/2006/relationships/hyperlink" Target="https://support.microsoft.com/en-us/topic/overview-of-microsoft-365-chat-preview-5b00a52d-7296-48ee-b938-b95b7209f737" TargetMode="External"/><Relationship Id="rId5" Type="http://schemas.openxmlformats.org/officeDocument/2006/relationships/image" Target="../media/image11.svg"/><Relationship Id="rId10" Type="http://schemas.openxmlformats.org/officeDocument/2006/relationships/image" Target="../media/image16.sv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itle 35">
            <a:extLst>
              <a:ext uri="{FF2B5EF4-FFF2-40B4-BE49-F238E27FC236}">
                <a16:creationId xmlns:a16="http://schemas.microsoft.com/office/drawing/2014/main" id="{1FF14E51-4D67-2D84-752D-29BBCCE62A1F}"/>
              </a:ext>
            </a:extLst>
          </p:cNvPr>
          <p:cNvSpPr>
            <a:spLocks noGrp="1"/>
          </p:cNvSpPr>
          <p:nvPr>
            <p:ph type="title"/>
          </p:nvPr>
        </p:nvSpPr>
        <p:spPr>
          <a:xfrm>
            <a:off x="584200" y="387766"/>
            <a:ext cx="5672544" cy="526298"/>
          </a:xfrm>
        </p:spPr>
        <p:txBody>
          <a:bodyPr/>
          <a:lstStyle/>
          <a:p>
            <a:r>
              <a:rPr lang="en-US" noProof="0" dirty="0"/>
              <a:t>A day in the life of a Business Manager</a:t>
            </a:r>
          </a:p>
        </p:txBody>
      </p:sp>
      <p:sp>
        <p:nvSpPr>
          <p:cNvPr id="77" name="Text Placeholder 76">
            <a:extLst>
              <a:ext uri="{FF2B5EF4-FFF2-40B4-BE49-F238E27FC236}">
                <a16:creationId xmlns:a16="http://schemas.microsoft.com/office/drawing/2014/main" id="{FD930FE2-B79D-3FDD-16CC-838D15303AB3}"/>
              </a:ext>
            </a:extLst>
          </p:cNvPr>
          <p:cNvSpPr>
            <a:spLocks noGrp="1"/>
          </p:cNvSpPr>
          <p:nvPr>
            <p:ph type="body" sz="quarter" idx="37"/>
          </p:nvPr>
        </p:nvSpPr>
        <p:spPr>
          <a:xfrm>
            <a:off x="10430234" y="521099"/>
            <a:ext cx="1456966" cy="175614"/>
          </a:xfrm>
        </p:spPr>
        <p:txBody>
          <a:bodyPr vert="horz" wrap="square" lIns="0" tIns="0" rIns="0" bIns="0" rtlCol="0" anchor="t">
            <a:spAutoFit/>
          </a:bodyPr>
          <a:lstStyle/>
          <a:p>
            <a:r>
              <a:rPr lang="en-US" noProof="0" dirty="0"/>
              <a:t>Buy</a:t>
            </a:r>
          </a:p>
        </p:txBody>
      </p:sp>
      <p:sp>
        <p:nvSpPr>
          <p:cNvPr id="59" name="Text Placeholder 58">
            <a:extLst>
              <a:ext uri="{FF2B5EF4-FFF2-40B4-BE49-F238E27FC236}">
                <a16:creationId xmlns:a16="http://schemas.microsoft.com/office/drawing/2014/main" id="{CC51BC74-C3A6-6886-32E6-32DD8AAC1521}"/>
              </a:ext>
            </a:extLst>
          </p:cNvPr>
          <p:cNvSpPr>
            <a:spLocks noGrp="1"/>
          </p:cNvSpPr>
          <p:nvPr>
            <p:ph type="body" sz="quarter" idx="17"/>
          </p:nvPr>
        </p:nvSpPr>
        <p:spPr>
          <a:xfrm>
            <a:off x="6519107" y="521099"/>
            <a:ext cx="3599821" cy="338554"/>
          </a:xfrm>
        </p:spPr>
        <p:txBody>
          <a:bodyPr vert="horz" wrap="square" lIns="0" tIns="0" rIns="0" bIns="0" rtlCol="0" anchor="t">
            <a:spAutoFit/>
          </a:bodyPr>
          <a:lstStyle/>
          <a:p>
            <a:r>
              <a:rPr lang="en-US" noProof="0" dirty="0"/>
              <a:t>Microsoft 365 Copilot</a:t>
            </a:r>
          </a:p>
          <a:p>
            <a:endParaRPr lang="en-US" noProof="0" dirty="0"/>
          </a:p>
        </p:txBody>
      </p:sp>
      <p:sp>
        <p:nvSpPr>
          <p:cNvPr id="83" name="Text Placeholder 39">
            <a:extLst>
              <a:ext uri="{FF2B5EF4-FFF2-40B4-BE49-F238E27FC236}">
                <a16:creationId xmlns:a16="http://schemas.microsoft.com/office/drawing/2014/main" id="{E3F9C5FD-193F-0E9D-DD11-B89B920FFBAF}"/>
              </a:ext>
            </a:extLst>
          </p:cNvPr>
          <p:cNvSpPr>
            <a:spLocks noGrp="1"/>
          </p:cNvSpPr>
          <p:nvPr>
            <p:ph type="body" sz="quarter" idx="11"/>
          </p:nvPr>
        </p:nvSpPr>
        <p:spPr>
          <a:xfrm>
            <a:off x="584200" y="1684713"/>
            <a:ext cx="2808000" cy="345600"/>
          </a:xfrm>
        </p:spPr>
        <p:txBody>
          <a:bodyPr/>
          <a:lstStyle/>
          <a:p>
            <a:r>
              <a:rPr lang="en-US" noProof="0" dirty="0"/>
              <a:t>8:00 am – Catch up</a:t>
            </a:r>
          </a:p>
        </p:txBody>
      </p:sp>
      <p:sp>
        <p:nvSpPr>
          <p:cNvPr id="84" name="Text Placeholder 40">
            <a:extLst>
              <a:ext uri="{FF2B5EF4-FFF2-40B4-BE49-F238E27FC236}">
                <a16:creationId xmlns:a16="http://schemas.microsoft.com/office/drawing/2014/main" id="{1B262EA6-33C0-26A4-9025-3154F01173F9}"/>
              </a:ext>
            </a:extLst>
          </p:cNvPr>
          <p:cNvSpPr>
            <a:spLocks noGrp="1"/>
          </p:cNvSpPr>
          <p:nvPr>
            <p:ph type="body" sz="quarter" idx="18"/>
          </p:nvPr>
        </p:nvSpPr>
        <p:spPr>
          <a:xfrm>
            <a:off x="584200" y="2128438"/>
            <a:ext cx="2808000" cy="626701"/>
          </a:xfrm>
        </p:spPr>
        <p:txBody>
          <a:bodyPr vert="horz" wrap="square" lIns="0" tIns="0" rIns="0" bIns="0" rtlCol="0">
            <a:noAutofit/>
          </a:bodyPr>
          <a:lstStyle/>
          <a:p>
            <a:r>
              <a:rPr lang="en-US" dirty="0"/>
              <a:t>Daichi works within a global team. He catches up on activity from overnight, specifically urgent items from stake holders. He uses Copilot to summarize emails and alert him to any actions.</a:t>
            </a:r>
          </a:p>
        </p:txBody>
      </p:sp>
      <p:sp>
        <p:nvSpPr>
          <p:cNvPr id="85" name="Text Placeholder 41">
            <a:extLst>
              <a:ext uri="{FF2B5EF4-FFF2-40B4-BE49-F238E27FC236}">
                <a16:creationId xmlns:a16="http://schemas.microsoft.com/office/drawing/2014/main" id="{0307B065-012C-00AC-34CE-8F6D56DBA722}"/>
              </a:ext>
            </a:extLst>
          </p:cNvPr>
          <p:cNvSpPr>
            <a:spLocks noGrp="1"/>
          </p:cNvSpPr>
          <p:nvPr>
            <p:ph type="body" sz="quarter" idx="21"/>
          </p:nvPr>
        </p:nvSpPr>
        <p:spPr>
          <a:xfrm>
            <a:off x="584200" y="3304510"/>
            <a:ext cx="2808000" cy="626701"/>
          </a:xfrm>
        </p:spPr>
        <p:txBody>
          <a:bodyPr/>
          <a:lstStyle/>
          <a:p>
            <a:r>
              <a:rPr lang="en-US" noProof="0" dirty="0"/>
              <a:t>Action: </a:t>
            </a:r>
            <a:r>
              <a:rPr lang="en-US" noProof="0" dirty="0">
                <a:latin typeface="+mj-lt"/>
              </a:rPr>
              <a:t>Summarize this thread </a:t>
            </a:r>
            <a:r>
              <a:rPr lang="en-US" noProof="0" dirty="0"/>
              <a:t>calling out where my name was mentioned and any action items for me.</a:t>
            </a:r>
          </a:p>
        </p:txBody>
      </p:sp>
      <p:sp>
        <p:nvSpPr>
          <p:cNvPr id="86" name="Text Placeholder 42">
            <a:extLst>
              <a:ext uri="{FF2B5EF4-FFF2-40B4-BE49-F238E27FC236}">
                <a16:creationId xmlns:a16="http://schemas.microsoft.com/office/drawing/2014/main" id="{7EA22786-5A96-B18A-829F-710559FD954B}"/>
              </a:ext>
            </a:extLst>
          </p:cNvPr>
          <p:cNvSpPr>
            <a:spLocks noGrp="1"/>
          </p:cNvSpPr>
          <p:nvPr>
            <p:ph type="body" sz="quarter" idx="22"/>
          </p:nvPr>
        </p:nvSpPr>
        <p:spPr>
          <a:xfrm>
            <a:off x="3776898" y="1684713"/>
            <a:ext cx="2808000" cy="345600"/>
          </a:xfrm>
        </p:spPr>
        <p:txBody>
          <a:bodyPr/>
          <a:lstStyle/>
          <a:p>
            <a:r>
              <a:rPr lang="en-US" noProof="0" dirty="0"/>
              <a:t>8:15 am – Analyze agenda</a:t>
            </a:r>
          </a:p>
        </p:txBody>
      </p:sp>
      <p:sp>
        <p:nvSpPr>
          <p:cNvPr id="87" name="Text Placeholder 43">
            <a:extLst>
              <a:ext uri="{FF2B5EF4-FFF2-40B4-BE49-F238E27FC236}">
                <a16:creationId xmlns:a16="http://schemas.microsoft.com/office/drawing/2014/main" id="{9ADC9812-B166-B4B4-6FF7-A310B72E5953}"/>
              </a:ext>
            </a:extLst>
          </p:cNvPr>
          <p:cNvSpPr>
            <a:spLocks noGrp="1"/>
          </p:cNvSpPr>
          <p:nvPr>
            <p:ph type="body" sz="quarter" idx="23"/>
          </p:nvPr>
        </p:nvSpPr>
        <p:spPr>
          <a:xfrm>
            <a:off x="3776898" y="2128438"/>
            <a:ext cx="2808000" cy="626701"/>
          </a:xfrm>
        </p:spPr>
        <p:txBody>
          <a:bodyPr vert="horz" wrap="square" lIns="0" tIns="0" rIns="0" bIns="0" rtlCol="0">
            <a:noAutofit/>
          </a:bodyPr>
          <a:lstStyle/>
          <a:p>
            <a:r>
              <a:rPr lang="en-US" dirty="0"/>
              <a:t>He optimizes his calendar for the week ahead.  He asks Copilot to categorize his meetings. This quickly allows him to see if his time allocation aligns with this week’s priorities and adjust if needed. </a:t>
            </a:r>
          </a:p>
        </p:txBody>
      </p:sp>
      <p:sp>
        <p:nvSpPr>
          <p:cNvPr id="88" name="Text Placeholder 44">
            <a:extLst>
              <a:ext uri="{FF2B5EF4-FFF2-40B4-BE49-F238E27FC236}">
                <a16:creationId xmlns:a16="http://schemas.microsoft.com/office/drawing/2014/main" id="{B783770D-8E95-7E88-A212-35E00F01235C}"/>
              </a:ext>
            </a:extLst>
          </p:cNvPr>
          <p:cNvSpPr>
            <a:spLocks noGrp="1"/>
          </p:cNvSpPr>
          <p:nvPr>
            <p:ph type="body" sz="quarter" idx="24"/>
          </p:nvPr>
        </p:nvSpPr>
        <p:spPr>
          <a:xfrm>
            <a:off x="3776898" y="3304510"/>
            <a:ext cx="2808000" cy="626701"/>
          </a:xfrm>
        </p:spPr>
        <p:txBody>
          <a:bodyPr>
            <a:normAutofit/>
          </a:bodyPr>
          <a:lstStyle/>
          <a:p>
            <a:r>
              <a:rPr lang="en-US" noProof="0" dirty="0"/>
              <a:t>Sample prompt: </a:t>
            </a:r>
            <a:r>
              <a:rPr lang="en-US" dirty="0">
                <a:latin typeface="+mj-lt"/>
              </a:rPr>
              <a:t>Review upcoming calendar events</a:t>
            </a:r>
            <a:r>
              <a:rPr lang="en-US" noProof="0" dirty="0"/>
              <a:t> and make sure they align with your core priorities. </a:t>
            </a:r>
          </a:p>
        </p:txBody>
      </p:sp>
      <p:sp>
        <p:nvSpPr>
          <p:cNvPr id="89" name="Text Placeholder 45">
            <a:extLst>
              <a:ext uri="{FF2B5EF4-FFF2-40B4-BE49-F238E27FC236}">
                <a16:creationId xmlns:a16="http://schemas.microsoft.com/office/drawing/2014/main" id="{7C68DE38-6823-D32E-CA07-2D689E509290}"/>
              </a:ext>
            </a:extLst>
          </p:cNvPr>
          <p:cNvSpPr>
            <a:spLocks noGrp="1"/>
          </p:cNvSpPr>
          <p:nvPr>
            <p:ph type="body" sz="quarter" idx="25"/>
          </p:nvPr>
        </p:nvSpPr>
        <p:spPr>
          <a:xfrm>
            <a:off x="6969595" y="1684713"/>
            <a:ext cx="2808000" cy="345600"/>
          </a:xfrm>
        </p:spPr>
        <p:txBody>
          <a:bodyPr/>
          <a:lstStyle/>
          <a:p>
            <a:r>
              <a:rPr lang="en-US" noProof="0" dirty="0"/>
              <a:t>9:00 am – Prepare for a meeting</a:t>
            </a:r>
          </a:p>
        </p:txBody>
      </p:sp>
      <p:sp>
        <p:nvSpPr>
          <p:cNvPr id="91" name="Text Placeholder 46">
            <a:extLst>
              <a:ext uri="{FF2B5EF4-FFF2-40B4-BE49-F238E27FC236}">
                <a16:creationId xmlns:a16="http://schemas.microsoft.com/office/drawing/2014/main" id="{09B30755-8377-0A39-0449-C94CD28F3AC5}"/>
              </a:ext>
            </a:extLst>
          </p:cNvPr>
          <p:cNvSpPr>
            <a:spLocks noGrp="1"/>
          </p:cNvSpPr>
          <p:nvPr>
            <p:ph type="body" sz="quarter" idx="26"/>
          </p:nvPr>
        </p:nvSpPr>
        <p:spPr>
          <a:xfrm>
            <a:off x="6969595" y="2128438"/>
            <a:ext cx="2808000" cy="626701"/>
          </a:xfrm>
        </p:spPr>
        <p:txBody>
          <a:bodyPr vert="horz" wrap="square" lIns="0" tIns="0" rIns="0" bIns="0" rtlCol="0">
            <a:noAutofit/>
          </a:bodyPr>
          <a:lstStyle/>
          <a:p>
            <a:r>
              <a:rPr lang="en-US" dirty="0"/>
              <a:t>Daichi prepares for his first meeting. He asks Copilot to summarize the document attached to the invite and look across past emails, meetings, and files. ​</a:t>
            </a:r>
          </a:p>
        </p:txBody>
      </p:sp>
      <p:sp>
        <p:nvSpPr>
          <p:cNvPr id="92" name="Text Placeholder 47">
            <a:extLst>
              <a:ext uri="{FF2B5EF4-FFF2-40B4-BE49-F238E27FC236}">
                <a16:creationId xmlns:a16="http://schemas.microsoft.com/office/drawing/2014/main" id="{27E5A6BC-F60B-EEBF-0BF7-3848F856B23D}"/>
              </a:ext>
            </a:extLst>
          </p:cNvPr>
          <p:cNvSpPr>
            <a:spLocks noGrp="1"/>
          </p:cNvSpPr>
          <p:nvPr>
            <p:ph type="body" sz="quarter" idx="27"/>
          </p:nvPr>
        </p:nvSpPr>
        <p:spPr>
          <a:xfrm>
            <a:off x="6969595" y="3304510"/>
            <a:ext cx="2808000" cy="626701"/>
          </a:xfrm>
        </p:spPr>
        <p:txBody>
          <a:bodyPr/>
          <a:lstStyle/>
          <a:p>
            <a:r>
              <a:rPr lang="en-US" noProof="0" dirty="0"/>
              <a:t>Action: </a:t>
            </a:r>
            <a:r>
              <a:rPr lang="en-US" dirty="0">
                <a:latin typeface="+mj-lt"/>
              </a:rPr>
              <a:t>Summarize documents and past activities </a:t>
            </a:r>
            <a:r>
              <a:rPr lang="en-US" noProof="0" dirty="0"/>
              <a:t>to fully prepare for upcoming meetings. </a:t>
            </a:r>
          </a:p>
        </p:txBody>
      </p:sp>
      <p:sp>
        <p:nvSpPr>
          <p:cNvPr id="99" name="Text Placeholder 54">
            <a:extLst>
              <a:ext uri="{FF2B5EF4-FFF2-40B4-BE49-F238E27FC236}">
                <a16:creationId xmlns:a16="http://schemas.microsoft.com/office/drawing/2014/main" id="{FE4B6EC9-18CA-C06F-5D1B-448F7C4B8FCA}"/>
              </a:ext>
            </a:extLst>
          </p:cNvPr>
          <p:cNvSpPr>
            <a:spLocks noGrp="1"/>
          </p:cNvSpPr>
          <p:nvPr>
            <p:ph type="body" sz="quarter" idx="34"/>
          </p:nvPr>
        </p:nvSpPr>
        <p:spPr>
          <a:xfrm>
            <a:off x="6969595" y="4137995"/>
            <a:ext cx="2808000" cy="345600"/>
          </a:xfrm>
        </p:spPr>
        <p:txBody>
          <a:bodyPr/>
          <a:lstStyle/>
          <a:p>
            <a:r>
              <a:rPr lang="en-US" noProof="0" dirty="0"/>
              <a:t>11:00 am – Recap a meeting</a:t>
            </a:r>
          </a:p>
        </p:txBody>
      </p:sp>
      <p:sp>
        <p:nvSpPr>
          <p:cNvPr id="100" name="Text Placeholder 58">
            <a:extLst>
              <a:ext uri="{FF2B5EF4-FFF2-40B4-BE49-F238E27FC236}">
                <a16:creationId xmlns:a16="http://schemas.microsoft.com/office/drawing/2014/main" id="{4344157D-E1DF-A3B0-9F66-DD060413C996}"/>
              </a:ext>
            </a:extLst>
          </p:cNvPr>
          <p:cNvSpPr>
            <a:spLocks noGrp="1"/>
          </p:cNvSpPr>
          <p:nvPr>
            <p:ph type="body" sz="quarter" idx="35"/>
          </p:nvPr>
        </p:nvSpPr>
        <p:spPr>
          <a:xfrm>
            <a:off x="6969595" y="4584616"/>
            <a:ext cx="2808000" cy="626701"/>
          </a:xfrm>
        </p:spPr>
        <p:txBody>
          <a:bodyPr vert="horz" wrap="square" lIns="0" tIns="0" rIns="0" bIns="0" rtlCol="0">
            <a:noAutofit/>
          </a:bodyPr>
          <a:lstStyle/>
          <a:p>
            <a:r>
              <a:rPr lang="en-US" dirty="0"/>
              <a:t>Daichi joins the meeting via Teams. After the meeting he uses Copilot in Teams to recap, identify risks and define next steps. He then uses Copilot in Outlook to draft a follow up email to the attendees. ​</a:t>
            </a:r>
          </a:p>
        </p:txBody>
      </p:sp>
      <p:sp>
        <p:nvSpPr>
          <p:cNvPr id="101" name="Text Placeholder 59">
            <a:extLst>
              <a:ext uri="{FF2B5EF4-FFF2-40B4-BE49-F238E27FC236}">
                <a16:creationId xmlns:a16="http://schemas.microsoft.com/office/drawing/2014/main" id="{DA4203ED-06A1-DE66-12DA-F5891D1B2B85}"/>
              </a:ext>
            </a:extLst>
          </p:cNvPr>
          <p:cNvSpPr>
            <a:spLocks noGrp="1"/>
          </p:cNvSpPr>
          <p:nvPr>
            <p:ph type="body" sz="quarter" idx="36"/>
          </p:nvPr>
        </p:nvSpPr>
        <p:spPr>
          <a:xfrm>
            <a:off x="6969595" y="5681038"/>
            <a:ext cx="2808000" cy="626701"/>
          </a:xfrm>
        </p:spPr>
        <p:txBody>
          <a:bodyPr/>
          <a:lstStyle/>
          <a:p>
            <a:r>
              <a:rPr lang="en-US" noProof="0" dirty="0"/>
              <a:t>Action: </a:t>
            </a:r>
            <a:r>
              <a:rPr lang="en-US" dirty="0">
                <a:latin typeface="+mj-lt"/>
              </a:rPr>
              <a:t>Summarize this meeting </a:t>
            </a:r>
            <a:r>
              <a:rPr lang="en-US" noProof="0" dirty="0"/>
              <a:t>and provide the key points and action items.</a:t>
            </a:r>
          </a:p>
        </p:txBody>
      </p:sp>
      <p:sp>
        <p:nvSpPr>
          <p:cNvPr id="96" name="Text Placeholder 51">
            <a:extLst>
              <a:ext uri="{FF2B5EF4-FFF2-40B4-BE49-F238E27FC236}">
                <a16:creationId xmlns:a16="http://schemas.microsoft.com/office/drawing/2014/main" id="{ACFF478C-8D05-7214-732C-D50FA123FD88}"/>
              </a:ext>
            </a:extLst>
          </p:cNvPr>
          <p:cNvSpPr>
            <a:spLocks noGrp="1"/>
          </p:cNvSpPr>
          <p:nvPr>
            <p:ph type="body" sz="quarter" idx="31"/>
          </p:nvPr>
        </p:nvSpPr>
        <p:spPr>
          <a:xfrm>
            <a:off x="3776898" y="4137995"/>
            <a:ext cx="2808000" cy="345600"/>
          </a:xfrm>
        </p:spPr>
        <p:txBody>
          <a:bodyPr/>
          <a:lstStyle/>
          <a:p>
            <a:r>
              <a:rPr lang="en-US" noProof="0" dirty="0"/>
              <a:t>2:00 pm – Conduct research</a:t>
            </a:r>
          </a:p>
        </p:txBody>
      </p:sp>
      <p:sp>
        <p:nvSpPr>
          <p:cNvPr id="97" name="Text Placeholder 52">
            <a:extLst>
              <a:ext uri="{FF2B5EF4-FFF2-40B4-BE49-F238E27FC236}">
                <a16:creationId xmlns:a16="http://schemas.microsoft.com/office/drawing/2014/main" id="{5198ACFA-EB97-189E-10F5-3275ACA8D5E6}"/>
              </a:ext>
            </a:extLst>
          </p:cNvPr>
          <p:cNvSpPr>
            <a:spLocks noGrp="1"/>
          </p:cNvSpPr>
          <p:nvPr>
            <p:ph type="body" sz="quarter" idx="32"/>
          </p:nvPr>
        </p:nvSpPr>
        <p:spPr>
          <a:xfrm>
            <a:off x="3776898" y="4584616"/>
            <a:ext cx="2808000" cy="626701"/>
          </a:xfrm>
        </p:spPr>
        <p:txBody>
          <a:bodyPr vert="horz" wrap="square" lIns="0" tIns="0" rIns="0" bIns="0" rtlCol="0">
            <a:noAutofit/>
          </a:bodyPr>
          <a:lstStyle/>
          <a:p>
            <a:r>
              <a:rPr lang="en-US" dirty="0"/>
              <a:t>Daichi puts together a briefing document based on the customer and project information.​ He uses Copilot to research the most recent presentations by the organization CEO and cross reference to competitors.</a:t>
            </a:r>
          </a:p>
        </p:txBody>
      </p:sp>
      <p:sp>
        <p:nvSpPr>
          <p:cNvPr id="98" name="Text Placeholder 53">
            <a:extLst>
              <a:ext uri="{FF2B5EF4-FFF2-40B4-BE49-F238E27FC236}">
                <a16:creationId xmlns:a16="http://schemas.microsoft.com/office/drawing/2014/main" id="{101C3D53-067B-3FDC-84CD-3A67BCE60221}"/>
              </a:ext>
            </a:extLst>
          </p:cNvPr>
          <p:cNvSpPr>
            <a:spLocks noGrp="1"/>
          </p:cNvSpPr>
          <p:nvPr>
            <p:ph type="body" sz="quarter" idx="33"/>
          </p:nvPr>
        </p:nvSpPr>
        <p:spPr>
          <a:xfrm>
            <a:off x="3776898" y="5681038"/>
            <a:ext cx="2808000" cy="626701"/>
          </a:xfrm>
        </p:spPr>
        <p:txBody>
          <a:bodyPr/>
          <a:lstStyle/>
          <a:p>
            <a:r>
              <a:rPr lang="en-US" noProof="0" dirty="0"/>
              <a:t>Benefit: </a:t>
            </a:r>
            <a:r>
              <a:rPr lang="en-US" dirty="0">
                <a:latin typeface="+mj-lt"/>
              </a:rPr>
              <a:t>Identify key data points </a:t>
            </a:r>
            <a:r>
              <a:rPr lang="en-US" noProof="0" dirty="0"/>
              <a:t>across multiple documents, external web content, and financial records (e.g., fund balances) quickly and accurately.</a:t>
            </a:r>
          </a:p>
        </p:txBody>
      </p:sp>
      <p:sp>
        <p:nvSpPr>
          <p:cNvPr id="93" name="Text Placeholder 48">
            <a:extLst>
              <a:ext uri="{FF2B5EF4-FFF2-40B4-BE49-F238E27FC236}">
                <a16:creationId xmlns:a16="http://schemas.microsoft.com/office/drawing/2014/main" id="{F580303F-914B-52A9-2C14-6E5B7DB0C8E3}"/>
              </a:ext>
            </a:extLst>
          </p:cNvPr>
          <p:cNvSpPr>
            <a:spLocks noGrp="1"/>
          </p:cNvSpPr>
          <p:nvPr>
            <p:ph type="body" sz="quarter" idx="28"/>
          </p:nvPr>
        </p:nvSpPr>
        <p:spPr>
          <a:xfrm>
            <a:off x="584200" y="4137995"/>
            <a:ext cx="2808000" cy="345600"/>
          </a:xfrm>
        </p:spPr>
        <p:txBody>
          <a:bodyPr/>
          <a:lstStyle/>
          <a:p>
            <a:r>
              <a:rPr lang="en-US" noProof="0" dirty="0"/>
              <a:t>4:00 pm – Draft an email</a:t>
            </a:r>
          </a:p>
        </p:txBody>
      </p:sp>
      <p:sp>
        <p:nvSpPr>
          <p:cNvPr id="94" name="Text Placeholder 49">
            <a:extLst>
              <a:ext uri="{FF2B5EF4-FFF2-40B4-BE49-F238E27FC236}">
                <a16:creationId xmlns:a16="http://schemas.microsoft.com/office/drawing/2014/main" id="{37513C09-31D7-8203-063B-6199118C485D}"/>
              </a:ext>
            </a:extLst>
          </p:cNvPr>
          <p:cNvSpPr>
            <a:spLocks noGrp="1"/>
          </p:cNvSpPr>
          <p:nvPr>
            <p:ph type="body" sz="quarter" idx="29"/>
          </p:nvPr>
        </p:nvSpPr>
        <p:spPr>
          <a:xfrm>
            <a:off x="584200" y="4584616"/>
            <a:ext cx="2808000" cy="626701"/>
          </a:xfrm>
        </p:spPr>
        <p:txBody>
          <a:bodyPr vert="horz" wrap="square" lIns="0" tIns="0" rIns="0" bIns="0" rtlCol="0">
            <a:noAutofit/>
          </a:bodyPr>
          <a:lstStyle/>
          <a:p>
            <a:r>
              <a:rPr lang="en-US" dirty="0"/>
              <a:t>Daichi responds to emails and Teams messages using Copilot in Outlook to help him draft his content tailored to a specified tone, length and sentiment.</a:t>
            </a:r>
          </a:p>
        </p:txBody>
      </p:sp>
      <p:sp>
        <p:nvSpPr>
          <p:cNvPr id="95" name="Text Placeholder 50">
            <a:extLst>
              <a:ext uri="{FF2B5EF4-FFF2-40B4-BE49-F238E27FC236}">
                <a16:creationId xmlns:a16="http://schemas.microsoft.com/office/drawing/2014/main" id="{8143542E-7931-CF3D-8AC2-65FA0F9E0237}"/>
              </a:ext>
            </a:extLst>
          </p:cNvPr>
          <p:cNvSpPr>
            <a:spLocks noGrp="1"/>
          </p:cNvSpPr>
          <p:nvPr>
            <p:ph type="body" sz="quarter" idx="30"/>
          </p:nvPr>
        </p:nvSpPr>
        <p:spPr>
          <a:xfrm>
            <a:off x="584200" y="5681038"/>
            <a:ext cx="2808000" cy="626701"/>
          </a:xfrm>
        </p:spPr>
        <p:txBody>
          <a:bodyPr/>
          <a:lstStyle/>
          <a:p>
            <a:r>
              <a:rPr lang="en-US" noProof="0" dirty="0"/>
              <a:t>Benefit: </a:t>
            </a:r>
            <a:r>
              <a:rPr lang="en-US" dirty="0">
                <a:latin typeface="+mj-lt"/>
              </a:rPr>
              <a:t>Automate drafting of emails </a:t>
            </a:r>
            <a:r>
              <a:rPr lang="en-US" noProof="0" dirty="0"/>
              <a:t>and use Copilot to revise the tone based on the customer situation.</a:t>
            </a:r>
          </a:p>
        </p:txBody>
      </p:sp>
      <p:sp>
        <p:nvSpPr>
          <p:cNvPr id="148" name="Rectangle: Rounded Corners 6">
            <a:extLst>
              <a:ext uri="{FF2B5EF4-FFF2-40B4-BE49-F238E27FC236}">
                <a16:creationId xmlns:a16="http://schemas.microsoft.com/office/drawing/2014/main" id="{F5FE59A3-6212-DDBE-36C5-1505D0BE3824}"/>
              </a:ext>
              <a:ext uri="{C183D7F6-B498-43B3-948B-1728B52AA6E4}">
                <adec:decorative xmlns:adec="http://schemas.microsoft.com/office/drawing/2017/decorative" val="1"/>
              </a:ext>
            </a:extLst>
          </p:cNvPr>
          <p:cNvSpPr/>
          <p:nvPr/>
        </p:nvSpPr>
        <p:spPr bwMode="auto">
          <a:xfrm>
            <a:off x="576356" y="1134767"/>
            <a:ext cx="659514" cy="216000"/>
          </a:xfrm>
          <a:prstGeom prst="roundRect">
            <a:avLst>
              <a:gd name="adj" fmla="val 50000"/>
            </a:avLst>
          </a:prstGeom>
          <a:solidFill>
            <a:srgbClr val="FFA38B"/>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UI Semibold"/>
                <a:ea typeface="+mn-ea"/>
                <a:cs typeface="Segoe UI Semibold" panose="020B0702040204020203" pitchFamily="34" charset="0"/>
              </a:rPr>
              <a:t>Benefits</a:t>
            </a:r>
          </a:p>
        </p:txBody>
      </p:sp>
      <p:sp>
        <p:nvSpPr>
          <p:cNvPr id="149" name="Rectangle: Rounded Corners 6">
            <a:extLst>
              <a:ext uri="{FF2B5EF4-FFF2-40B4-BE49-F238E27FC236}">
                <a16:creationId xmlns:a16="http://schemas.microsoft.com/office/drawing/2014/main" id="{67696FAE-2682-2808-729E-F5C7DD940BBB}"/>
              </a:ext>
              <a:ext uri="{C183D7F6-B498-43B3-948B-1728B52AA6E4}">
                <adec:decorative xmlns:adec="http://schemas.microsoft.com/office/drawing/2017/decorative" val="1"/>
              </a:ext>
            </a:extLst>
          </p:cNvPr>
          <p:cNvSpPr/>
          <p:nvPr/>
        </p:nvSpPr>
        <p:spPr bwMode="auto">
          <a:xfrm>
            <a:off x="1286540" y="1134767"/>
            <a:ext cx="1571031" cy="216000"/>
          </a:xfrm>
          <a:prstGeom prst="roundRect">
            <a:avLst>
              <a:gd name="adj" fmla="val 50000"/>
            </a:avLst>
          </a:prstGeom>
          <a:solidFill>
            <a:srgbClr val="FFFFFF"/>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8288"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3391D"/>
                </a:solidFill>
                <a:effectLst/>
                <a:uLnTx/>
                <a:uFillTx/>
                <a:latin typeface="Segoe UI Semibold"/>
                <a:ea typeface="+mn-ea"/>
                <a:cs typeface="Segoe UI Semibold" panose="020B0702040204020203" pitchFamily="34" charset="0"/>
              </a:rPr>
              <a:t>~ 90 minutes</a:t>
            </a:r>
          </a:p>
        </p:txBody>
      </p:sp>
      <p:pic>
        <p:nvPicPr>
          <p:cNvPr id="150" name="Graphic 149">
            <a:extLst>
              <a:ext uri="{FF2B5EF4-FFF2-40B4-BE49-F238E27FC236}">
                <a16:creationId xmlns:a16="http://schemas.microsoft.com/office/drawing/2014/main" id="{FB532D8B-E0D8-8BC6-7FEB-8123ED875798}"/>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36270" y="1170767"/>
            <a:ext cx="144000" cy="144000"/>
          </a:xfrm>
          <a:prstGeom prst="rect">
            <a:avLst/>
          </a:prstGeom>
        </p:spPr>
      </p:pic>
      <p:sp>
        <p:nvSpPr>
          <p:cNvPr id="151" name="Rectangle: Rounded Corners 6">
            <a:extLst>
              <a:ext uri="{FF2B5EF4-FFF2-40B4-BE49-F238E27FC236}">
                <a16:creationId xmlns:a16="http://schemas.microsoft.com/office/drawing/2014/main" id="{0F862C30-CB20-B964-C829-936EF2A7FB31}"/>
              </a:ext>
              <a:ext uri="{C183D7F6-B498-43B3-948B-1728B52AA6E4}">
                <adec:decorative xmlns:adec="http://schemas.microsoft.com/office/drawing/2017/decorative" val="1"/>
              </a:ext>
            </a:extLst>
          </p:cNvPr>
          <p:cNvSpPr/>
          <p:nvPr/>
        </p:nvSpPr>
        <p:spPr bwMode="auto">
          <a:xfrm>
            <a:off x="2908241" y="1134767"/>
            <a:ext cx="3004879" cy="216000"/>
          </a:xfrm>
          <a:prstGeom prst="roundRect">
            <a:avLst>
              <a:gd name="adj" fmla="val 50000"/>
            </a:avLst>
          </a:prstGeom>
          <a:solidFill>
            <a:srgbClr val="FFFFFF"/>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8288" rIns="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3391D"/>
                </a:solidFill>
                <a:effectLst/>
                <a:uLnTx/>
                <a:uFillTx/>
                <a:latin typeface="Segoe UI Semibold"/>
                <a:ea typeface="+mn-ea"/>
                <a:cs typeface="Segoe UI Semibold" panose="020B0702040204020203" pitchFamily="34" charset="0"/>
              </a:rPr>
              <a:t>Areas of investment: Alignment and rapid response</a:t>
            </a:r>
          </a:p>
        </p:txBody>
      </p:sp>
      <p:pic>
        <p:nvPicPr>
          <p:cNvPr id="152" name="Graphic 151">
            <a:extLst>
              <a:ext uri="{FF2B5EF4-FFF2-40B4-BE49-F238E27FC236}">
                <a16:creationId xmlns:a16="http://schemas.microsoft.com/office/drawing/2014/main" id="{61ABB136-4525-C1C4-A567-FC9BA285469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968076" y="1170767"/>
            <a:ext cx="144000" cy="144000"/>
          </a:xfrm>
          <a:prstGeom prst="rect">
            <a:avLst/>
          </a:prstGeom>
        </p:spPr>
      </p:pic>
      <p:sp>
        <p:nvSpPr>
          <p:cNvPr id="153" name="Rectangle: Rounded Corners 152">
            <a:extLst>
              <a:ext uri="{FF2B5EF4-FFF2-40B4-BE49-F238E27FC236}">
                <a16:creationId xmlns:a16="http://schemas.microsoft.com/office/drawing/2014/main" id="{A9E8D2A2-E159-5C4C-EA54-8EB437D85E98}"/>
              </a:ext>
              <a:ext uri="{C183D7F6-B498-43B3-948B-1728B52AA6E4}">
                <adec:decorative xmlns:adec="http://schemas.microsoft.com/office/drawing/2017/decorative" val="1"/>
              </a:ext>
            </a:extLst>
          </p:cNvPr>
          <p:cNvSpPr/>
          <p:nvPr/>
        </p:nvSpPr>
        <p:spPr bwMode="auto">
          <a:xfrm>
            <a:off x="5968583" y="1134767"/>
            <a:ext cx="2325078" cy="216000"/>
          </a:xfrm>
          <a:prstGeom prst="roundRect">
            <a:avLst>
              <a:gd name="adj" fmla="val 50000"/>
            </a:avLst>
          </a:prstGeom>
          <a:solidFill>
            <a:srgbClr val="FFFFFF"/>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8288"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3391D"/>
                </a:solidFill>
                <a:effectLst/>
                <a:uLnTx/>
                <a:uFillTx/>
                <a:latin typeface="Segoe UI Semibold"/>
                <a:ea typeface="+mn-ea"/>
                <a:cs typeface="Segoe UI Semibold" panose="020B0702040204020203" pitchFamily="34" charset="0"/>
              </a:rPr>
              <a:t>Simplified, efficient communication</a:t>
            </a:r>
          </a:p>
        </p:txBody>
      </p:sp>
      <p:pic>
        <p:nvPicPr>
          <p:cNvPr id="154" name="Graphic 153">
            <a:extLst>
              <a:ext uri="{FF2B5EF4-FFF2-40B4-BE49-F238E27FC236}">
                <a16:creationId xmlns:a16="http://schemas.microsoft.com/office/drawing/2014/main" id="{9F934FCF-1733-76BB-14E5-04E624A3D0DD}"/>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6015716" y="1170767"/>
            <a:ext cx="144000" cy="144000"/>
          </a:xfrm>
          <a:prstGeom prst="rect">
            <a:avLst/>
          </a:prstGeom>
        </p:spPr>
      </p:pic>
      <p:pic>
        <p:nvPicPr>
          <p:cNvPr id="3" name="Picture 2">
            <a:extLst>
              <a:ext uri="{FF2B5EF4-FFF2-40B4-BE49-F238E27FC236}">
                <a16:creationId xmlns:a16="http://schemas.microsoft.com/office/drawing/2014/main" id="{7210F542-3D2F-B24A-682F-FAB09F526DBC}"/>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10234839" y="3384215"/>
            <a:ext cx="1957161" cy="3473785"/>
          </a:xfrm>
          <a:prstGeom prst="rect">
            <a:avLst/>
          </a:prstGeom>
        </p:spPr>
      </p:pic>
      <p:sp>
        <p:nvSpPr>
          <p:cNvPr id="156" name="TextBox 155">
            <a:extLst>
              <a:ext uri="{FF2B5EF4-FFF2-40B4-BE49-F238E27FC236}">
                <a16:creationId xmlns:a16="http://schemas.microsoft.com/office/drawing/2014/main" id="{4F1B25E3-A6F7-672B-A075-A24BBCA565ED}"/>
              </a:ext>
            </a:extLst>
          </p:cNvPr>
          <p:cNvSpPr txBox="1"/>
          <p:nvPr/>
        </p:nvSpPr>
        <p:spPr>
          <a:xfrm>
            <a:off x="10273381" y="1684338"/>
            <a:ext cx="1755648" cy="861774"/>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3BC4"/>
                </a:solidFill>
                <a:effectLst/>
                <a:uLnTx/>
                <a:uFillTx/>
                <a:latin typeface="Segoe UI Semibold"/>
                <a:ea typeface="+mn-ea"/>
                <a:cs typeface="+mn-cs"/>
              </a:rPr>
              <a:t>Daichi</a:t>
            </a:r>
            <a:br>
              <a:rPr kumimoji="0" lang="en-US" sz="2400" b="0" i="0" u="none" strike="noStrike" kern="1200" cap="none" spc="0" normalizeH="0" baseline="0" noProof="0" dirty="0">
                <a:ln>
                  <a:noFill/>
                </a:ln>
                <a:solidFill>
                  <a:srgbClr val="C03BC4"/>
                </a:solidFill>
                <a:effectLst/>
                <a:uLnTx/>
                <a:uFillTx/>
                <a:latin typeface="Segoe UI Semibold"/>
                <a:ea typeface="+mn-ea"/>
                <a:cs typeface="+mn-cs"/>
              </a:rPr>
            </a:br>
            <a:r>
              <a:rPr kumimoji="0" lang="en-US" sz="1600" b="0" i="0" u="none" strike="noStrike" kern="1200" cap="none" spc="0" normalizeH="0" baseline="0" noProof="0" dirty="0">
                <a:ln>
                  <a:noFill/>
                </a:ln>
                <a:solidFill>
                  <a:srgbClr val="C03BC4"/>
                </a:solidFill>
                <a:effectLst/>
                <a:uLnTx/>
                <a:uFillTx/>
                <a:latin typeface="Segoe UI"/>
                <a:ea typeface="+mn-ea"/>
                <a:cs typeface="Segoe UI" panose="020B0502040204020203" pitchFamily="34" charset="0"/>
              </a:rPr>
              <a:t>is a business manager.</a:t>
            </a:r>
          </a:p>
        </p:txBody>
      </p:sp>
      <p:pic>
        <p:nvPicPr>
          <p:cNvPr id="157" name="Graphic 156">
            <a:extLst>
              <a:ext uri="{FF2B5EF4-FFF2-40B4-BE49-F238E27FC236}">
                <a16:creationId xmlns:a16="http://schemas.microsoft.com/office/drawing/2014/main" id="{5EE13E37-AE01-F42C-DAD8-49B0799EE744}"/>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rot="10800000">
            <a:off x="11013810" y="3019490"/>
            <a:ext cx="274790" cy="274790"/>
          </a:xfrm>
          <a:prstGeom prst="rect">
            <a:avLst/>
          </a:prstGeom>
        </p:spPr>
      </p:pic>
      <p:grpSp>
        <p:nvGrpSpPr>
          <p:cNvPr id="158" name="Group 157">
            <a:extLst>
              <a:ext uri="{FF2B5EF4-FFF2-40B4-BE49-F238E27FC236}">
                <a16:creationId xmlns:a16="http://schemas.microsoft.com/office/drawing/2014/main" id="{5A0186C6-0922-F4F7-6E74-3C9FD73389C0}"/>
              </a:ext>
            </a:extLst>
          </p:cNvPr>
          <p:cNvGrpSpPr/>
          <p:nvPr/>
        </p:nvGrpSpPr>
        <p:grpSpPr>
          <a:xfrm>
            <a:off x="584200" y="2850537"/>
            <a:ext cx="2351135" cy="360000"/>
            <a:chOff x="588263" y="1217924"/>
            <a:chExt cx="2351135" cy="360000"/>
          </a:xfrm>
        </p:grpSpPr>
        <p:pic>
          <p:nvPicPr>
            <p:cNvPr id="159" name="Picture 158" descr="Zip Co logo SVG free download, id: 101874 - Brandlogos.net">
              <a:hlinkClick r:id="rId11"/>
              <a:extLst>
                <a:ext uri="{FF2B5EF4-FFF2-40B4-BE49-F238E27FC236}">
                  <a16:creationId xmlns:a16="http://schemas.microsoft.com/office/drawing/2014/main" id="{34E87646-7D93-925F-8FD9-6EA26B3CFA05}"/>
                </a:ext>
              </a:extLst>
            </p:cNvPr>
            <p:cNvPicPr>
              <a:picLocks noChangeAspect="1" noChangeArrowheads="1"/>
            </p:cNvPicPr>
            <p:nvPr/>
          </p:nvPicPr>
          <p:blipFill rotWithShape="1">
            <a:blip r:embed="rId12" cstate="screen">
              <a:extLst>
                <a:ext uri="{28A0092B-C50C-407E-A947-70E740481C1C}">
                  <a14:useLocalDpi xmlns:a14="http://schemas.microsoft.com/office/drawing/2010/main"/>
                </a:ext>
              </a:extLst>
            </a:blip>
            <a:srcRect l="-43278" t="-53646" r="-43278" b="-53646"/>
            <a:stretch/>
          </p:blipFill>
          <p:spPr bwMode="auto">
            <a:xfrm>
              <a:off x="588263" y="1217924"/>
              <a:ext cx="360000" cy="360000"/>
            </a:xfrm>
            <a:prstGeom prst="ellipse">
              <a:avLst/>
            </a:prstGeom>
            <a:solidFill>
              <a:srgbClr val="FFFFFF"/>
            </a:solidFill>
          </p:spPr>
        </p:pic>
        <p:sp>
          <p:nvSpPr>
            <p:cNvPr id="160" name="TextBox 159">
              <a:extLst>
                <a:ext uri="{FF2B5EF4-FFF2-40B4-BE49-F238E27FC236}">
                  <a16:creationId xmlns:a16="http://schemas.microsoft.com/office/drawing/2014/main" id="{7B766F10-8933-FFB8-4191-5E6248708E44}"/>
                </a:ext>
                <a:ext uri="{C183D7F6-B498-43B3-948B-1728B52AA6E4}">
                  <adec:decorative xmlns:adec="http://schemas.microsoft.com/office/drawing/2017/decorative" val="0"/>
                </a:ext>
              </a:extLst>
            </p:cNvPr>
            <p:cNvSpPr txBox="1"/>
            <p:nvPr/>
          </p:nvSpPr>
          <p:spPr>
            <a:xfrm>
              <a:off x="1047214" y="1320980"/>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0" cap="none" spc="0" normalizeH="0" baseline="30000" noProof="0" dirty="0">
                  <a:ln>
                    <a:noFill/>
                  </a:ln>
                  <a:solidFill>
                    <a:srgbClr val="000000"/>
                  </a:solidFill>
                  <a:effectLst/>
                  <a:uLnTx/>
                  <a:uFillTx/>
                  <a:latin typeface="Segoe UI Semibold"/>
                  <a:ea typeface="+mn-ea"/>
                  <a:cs typeface="Segoe UI" pitchFamily="34" charset="0"/>
                </a:rPr>
                <a:t>2</a:t>
              </a:r>
              <a:endParaRPr kumimoji="0" lang="en-US" sz="1000" b="0" i="0" u="none" strike="noStrike" kern="1200" cap="none" spc="0" normalizeH="0" baseline="0" noProof="0" dirty="0">
                <a:ln>
                  <a:noFill/>
                </a:ln>
                <a:solidFill>
                  <a:srgbClr val="000000"/>
                </a:solidFill>
                <a:effectLst/>
                <a:uLnTx/>
                <a:uFillTx/>
                <a:latin typeface="Segoe UI Semibold"/>
                <a:ea typeface="+mn-ea"/>
                <a:cs typeface="+mn-cs"/>
              </a:endParaRPr>
            </a:p>
          </p:txBody>
        </p:sp>
      </p:grpSp>
      <p:grpSp>
        <p:nvGrpSpPr>
          <p:cNvPr id="161" name="Group 160">
            <a:extLst>
              <a:ext uri="{FF2B5EF4-FFF2-40B4-BE49-F238E27FC236}">
                <a16:creationId xmlns:a16="http://schemas.microsoft.com/office/drawing/2014/main" id="{2566B594-5952-25B0-07EB-BEEF9C33A3B3}"/>
              </a:ext>
            </a:extLst>
          </p:cNvPr>
          <p:cNvGrpSpPr/>
          <p:nvPr/>
        </p:nvGrpSpPr>
        <p:grpSpPr>
          <a:xfrm>
            <a:off x="3776663" y="2850537"/>
            <a:ext cx="2351135" cy="360000"/>
            <a:chOff x="588263" y="1217924"/>
            <a:chExt cx="2351135" cy="360000"/>
          </a:xfrm>
        </p:grpSpPr>
        <p:pic>
          <p:nvPicPr>
            <p:cNvPr id="162" name="Picture 161" descr="Zip Co logo SVG free download, id: 101874 - Brandlogos.net">
              <a:hlinkClick r:id="rId11"/>
              <a:extLst>
                <a:ext uri="{FF2B5EF4-FFF2-40B4-BE49-F238E27FC236}">
                  <a16:creationId xmlns:a16="http://schemas.microsoft.com/office/drawing/2014/main" id="{D1E46A7A-188A-C3E8-DE90-324586B0BED4}"/>
                </a:ext>
              </a:extLst>
            </p:cNvPr>
            <p:cNvPicPr>
              <a:picLocks noChangeAspect="1" noChangeArrowheads="1"/>
            </p:cNvPicPr>
            <p:nvPr/>
          </p:nvPicPr>
          <p:blipFill rotWithShape="1">
            <a:blip r:embed="rId12" cstate="screen">
              <a:extLst>
                <a:ext uri="{28A0092B-C50C-407E-A947-70E740481C1C}">
                  <a14:useLocalDpi xmlns:a14="http://schemas.microsoft.com/office/drawing/2010/main"/>
                </a:ext>
              </a:extLst>
            </a:blip>
            <a:srcRect l="-43278" t="-53646" r="-43278" b="-53646"/>
            <a:stretch/>
          </p:blipFill>
          <p:spPr bwMode="auto">
            <a:xfrm>
              <a:off x="588263" y="1217924"/>
              <a:ext cx="360000" cy="360000"/>
            </a:xfrm>
            <a:prstGeom prst="ellipse">
              <a:avLst/>
            </a:prstGeom>
            <a:solidFill>
              <a:srgbClr val="FFFFFF"/>
            </a:solidFill>
          </p:spPr>
        </p:pic>
        <p:sp>
          <p:nvSpPr>
            <p:cNvPr id="163" name="TextBox 162">
              <a:extLst>
                <a:ext uri="{FF2B5EF4-FFF2-40B4-BE49-F238E27FC236}">
                  <a16:creationId xmlns:a16="http://schemas.microsoft.com/office/drawing/2014/main" id="{84BE4F0F-D6DB-39A0-44A3-09894A54ECAD}"/>
                </a:ext>
                <a:ext uri="{C183D7F6-B498-43B3-948B-1728B52AA6E4}">
                  <adec:decorative xmlns:adec="http://schemas.microsoft.com/office/drawing/2017/decorative" val="0"/>
                </a:ext>
              </a:extLst>
            </p:cNvPr>
            <p:cNvSpPr txBox="1"/>
            <p:nvPr/>
          </p:nvSpPr>
          <p:spPr>
            <a:xfrm>
              <a:off x="1047214" y="1320981"/>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0" cap="none" spc="0" normalizeH="0" baseline="30000" noProof="0" dirty="0">
                  <a:ln>
                    <a:noFill/>
                  </a:ln>
                  <a:solidFill>
                    <a:srgbClr val="000000"/>
                  </a:solidFill>
                  <a:effectLst/>
                  <a:uLnTx/>
                  <a:uFillTx/>
                  <a:latin typeface="Segoe UI Semibold"/>
                  <a:ea typeface="+mn-ea"/>
                  <a:cs typeface="Segoe UI" pitchFamily="34" charset="0"/>
                </a:rPr>
                <a:t>2</a:t>
              </a:r>
              <a:endParaRPr kumimoji="0" lang="en-US" sz="1000" b="0" i="0" u="none" strike="noStrike" kern="1200" cap="none" spc="0" normalizeH="0" baseline="0" noProof="0" dirty="0">
                <a:ln>
                  <a:noFill/>
                </a:ln>
                <a:solidFill>
                  <a:srgbClr val="000000"/>
                </a:solidFill>
                <a:effectLst/>
                <a:uLnTx/>
                <a:uFillTx/>
                <a:latin typeface="Segoe UI Semibold"/>
                <a:ea typeface="+mn-ea"/>
                <a:cs typeface="+mn-cs"/>
              </a:endParaRPr>
            </a:p>
          </p:txBody>
        </p:sp>
      </p:grpSp>
      <p:grpSp>
        <p:nvGrpSpPr>
          <p:cNvPr id="164" name="Group 163">
            <a:extLst>
              <a:ext uri="{FF2B5EF4-FFF2-40B4-BE49-F238E27FC236}">
                <a16:creationId xmlns:a16="http://schemas.microsoft.com/office/drawing/2014/main" id="{10594FB5-0945-4250-4965-BA1D3FA0D39B}"/>
              </a:ext>
            </a:extLst>
          </p:cNvPr>
          <p:cNvGrpSpPr/>
          <p:nvPr/>
        </p:nvGrpSpPr>
        <p:grpSpPr>
          <a:xfrm>
            <a:off x="6969125" y="2850538"/>
            <a:ext cx="2351135" cy="360000"/>
            <a:chOff x="588263" y="1217924"/>
            <a:chExt cx="2351135" cy="360000"/>
          </a:xfrm>
        </p:grpSpPr>
        <p:pic>
          <p:nvPicPr>
            <p:cNvPr id="165" name="Picture 164" descr="Zip Co logo SVG free download, id: 101874 - Brandlogos.net">
              <a:hlinkClick r:id="rId11"/>
              <a:extLst>
                <a:ext uri="{FF2B5EF4-FFF2-40B4-BE49-F238E27FC236}">
                  <a16:creationId xmlns:a16="http://schemas.microsoft.com/office/drawing/2014/main" id="{6A8FF3F1-2E52-BCC0-80F0-B059F0503CC5}"/>
                </a:ext>
              </a:extLst>
            </p:cNvPr>
            <p:cNvPicPr>
              <a:picLocks noChangeAspect="1" noChangeArrowheads="1"/>
            </p:cNvPicPr>
            <p:nvPr/>
          </p:nvPicPr>
          <p:blipFill rotWithShape="1">
            <a:blip r:embed="rId12" cstate="screen">
              <a:extLst>
                <a:ext uri="{28A0092B-C50C-407E-A947-70E740481C1C}">
                  <a14:useLocalDpi xmlns:a14="http://schemas.microsoft.com/office/drawing/2010/main"/>
                </a:ext>
              </a:extLst>
            </a:blip>
            <a:srcRect l="-43278" t="-53646" r="-43278" b="-53646"/>
            <a:stretch/>
          </p:blipFill>
          <p:spPr bwMode="auto">
            <a:xfrm>
              <a:off x="588263" y="1217924"/>
              <a:ext cx="360000" cy="360000"/>
            </a:xfrm>
            <a:prstGeom prst="ellipse">
              <a:avLst/>
            </a:prstGeom>
            <a:solidFill>
              <a:srgbClr val="FFFFFF"/>
            </a:solidFill>
          </p:spPr>
        </p:pic>
        <p:sp>
          <p:nvSpPr>
            <p:cNvPr id="166" name="TextBox 165">
              <a:extLst>
                <a:ext uri="{FF2B5EF4-FFF2-40B4-BE49-F238E27FC236}">
                  <a16:creationId xmlns:a16="http://schemas.microsoft.com/office/drawing/2014/main" id="{598FA387-3FBB-912E-E110-D94260098BC3}"/>
                </a:ext>
                <a:ext uri="{C183D7F6-B498-43B3-948B-1728B52AA6E4}">
                  <adec:decorative xmlns:adec="http://schemas.microsoft.com/office/drawing/2017/decorative" val="0"/>
                </a:ext>
              </a:extLst>
            </p:cNvPr>
            <p:cNvSpPr txBox="1"/>
            <p:nvPr/>
          </p:nvSpPr>
          <p:spPr>
            <a:xfrm>
              <a:off x="1047214" y="1320981"/>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0" cap="none" spc="0" normalizeH="0" baseline="30000" noProof="0" dirty="0">
                  <a:ln>
                    <a:noFill/>
                  </a:ln>
                  <a:solidFill>
                    <a:srgbClr val="000000"/>
                  </a:solidFill>
                  <a:effectLst/>
                  <a:uLnTx/>
                  <a:uFillTx/>
                  <a:latin typeface="Segoe UI Semibold"/>
                  <a:ea typeface="+mn-ea"/>
                  <a:cs typeface="Segoe UI" pitchFamily="34" charset="0"/>
                </a:rPr>
                <a:t>2</a:t>
              </a:r>
              <a:endParaRPr kumimoji="0" lang="en-US" sz="1000" b="0" i="0" u="none" strike="noStrike" kern="1200" cap="none" spc="0" normalizeH="0" baseline="0" noProof="0" dirty="0">
                <a:ln>
                  <a:noFill/>
                </a:ln>
                <a:solidFill>
                  <a:srgbClr val="000000"/>
                </a:solidFill>
                <a:effectLst/>
                <a:uLnTx/>
                <a:uFillTx/>
                <a:latin typeface="Segoe UI Semibold"/>
                <a:ea typeface="+mn-ea"/>
                <a:cs typeface="+mn-cs"/>
              </a:endParaRPr>
            </a:p>
          </p:txBody>
        </p:sp>
      </p:grpSp>
      <p:grpSp>
        <p:nvGrpSpPr>
          <p:cNvPr id="167" name="Group 166">
            <a:extLst>
              <a:ext uri="{FF2B5EF4-FFF2-40B4-BE49-F238E27FC236}">
                <a16:creationId xmlns:a16="http://schemas.microsoft.com/office/drawing/2014/main" id="{C0E69A35-4C02-4358-1E83-1ED7D6FBBA96}"/>
              </a:ext>
            </a:extLst>
          </p:cNvPr>
          <p:cNvGrpSpPr/>
          <p:nvPr/>
        </p:nvGrpSpPr>
        <p:grpSpPr>
          <a:xfrm>
            <a:off x="3776663" y="5266713"/>
            <a:ext cx="2351135" cy="360000"/>
            <a:chOff x="588263" y="1217924"/>
            <a:chExt cx="2351135" cy="360000"/>
          </a:xfrm>
        </p:grpSpPr>
        <p:pic>
          <p:nvPicPr>
            <p:cNvPr id="168" name="Picture 167" descr="Zip Co logo SVG free download, id: 101874 - Brandlogos.net">
              <a:hlinkClick r:id="rId11"/>
              <a:extLst>
                <a:ext uri="{FF2B5EF4-FFF2-40B4-BE49-F238E27FC236}">
                  <a16:creationId xmlns:a16="http://schemas.microsoft.com/office/drawing/2014/main" id="{9821DC9B-F2A7-10AE-FB2E-DA8462B2CCE0}"/>
                </a:ext>
              </a:extLst>
            </p:cNvPr>
            <p:cNvPicPr>
              <a:picLocks noChangeAspect="1" noChangeArrowheads="1"/>
            </p:cNvPicPr>
            <p:nvPr/>
          </p:nvPicPr>
          <p:blipFill rotWithShape="1">
            <a:blip r:embed="rId12" cstate="screen">
              <a:extLst>
                <a:ext uri="{28A0092B-C50C-407E-A947-70E740481C1C}">
                  <a14:useLocalDpi xmlns:a14="http://schemas.microsoft.com/office/drawing/2010/main"/>
                </a:ext>
              </a:extLst>
            </a:blip>
            <a:srcRect l="-43278" t="-53646" r="-43278" b="-53646"/>
            <a:stretch/>
          </p:blipFill>
          <p:spPr bwMode="auto">
            <a:xfrm>
              <a:off x="588263" y="1217924"/>
              <a:ext cx="360000" cy="360000"/>
            </a:xfrm>
            <a:prstGeom prst="ellipse">
              <a:avLst/>
            </a:prstGeom>
            <a:solidFill>
              <a:srgbClr val="FFFFFF"/>
            </a:solidFill>
          </p:spPr>
        </p:pic>
        <p:sp>
          <p:nvSpPr>
            <p:cNvPr id="169" name="TextBox 168">
              <a:extLst>
                <a:ext uri="{FF2B5EF4-FFF2-40B4-BE49-F238E27FC236}">
                  <a16:creationId xmlns:a16="http://schemas.microsoft.com/office/drawing/2014/main" id="{19A25925-8106-6A34-9BF8-5E338F7B2F2E}"/>
                </a:ext>
                <a:ext uri="{C183D7F6-B498-43B3-948B-1728B52AA6E4}">
                  <adec:decorative xmlns:adec="http://schemas.microsoft.com/office/drawing/2017/decorative" val="0"/>
                </a:ext>
              </a:extLst>
            </p:cNvPr>
            <p:cNvSpPr txBox="1"/>
            <p:nvPr/>
          </p:nvSpPr>
          <p:spPr>
            <a:xfrm>
              <a:off x="1047214" y="1320980"/>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0" cap="none" spc="0" normalizeH="0" baseline="30000" noProof="0" dirty="0">
                  <a:ln>
                    <a:noFill/>
                  </a:ln>
                  <a:solidFill>
                    <a:srgbClr val="000000"/>
                  </a:solidFill>
                  <a:effectLst/>
                  <a:uLnTx/>
                  <a:uFillTx/>
                  <a:latin typeface="Segoe UI Semibold"/>
                  <a:ea typeface="+mn-ea"/>
                  <a:cs typeface="Segoe UI" pitchFamily="34" charset="0"/>
                </a:rPr>
                <a:t>2</a:t>
              </a:r>
              <a:endParaRPr kumimoji="0" lang="en-US" sz="1000" b="0" i="0" u="none" strike="noStrike" kern="1200" cap="none" spc="0" normalizeH="0" baseline="0" noProof="0" dirty="0">
                <a:ln>
                  <a:noFill/>
                </a:ln>
                <a:solidFill>
                  <a:srgbClr val="000000"/>
                </a:solidFill>
                <a:effectLst/>
                <a:uLnTx/>
                <a:uFillTx/>
                <a:latin typeface="Segoe UI Semibold"/>
                <a:ea typeface="+mn-ea"/>
                <a:cs typeface="+mn-cs"/>
              </a:endParaRPr>
            </a:p>
          </p:txBody>
        </p:sp>
      </p:grpSp>
      <p:sp>
        <p:nvSpPr>
          <p:cNvPr id="172" name="TextBox 89">
            <a:extLst>
              <a:ext uri="{FF2B5EF4-FFF2-40B4-BE49-F238E27FC236}">
                <a16:creationId xmlns:a16="http://schemas.microsoft.com/office/drawing/2014/main" id="{AB83A267-C470-CF61-D109-235179448B32}"/>
              </a:ext>
              <a:ext uri="{C183D7F6-B498-43B3-948B-1728B52AA6E4}">
                <adec:decorative xmlns:adec="http://schemas.microsoft.com/office/drawing/2017/decorative" val="0"/>
              </a:ext>
            </a:extLst>
          </p:cNvPr>
          <p:cNvSpPr txBox="1"/>
          <p:nvPr/>
        </p:nvSpPr>
        <p:spPr>
          <a:xfrm>
            <a:off x="1043151" y="5369769"/>
            <a:ext cx="1892184" cy="153888"/>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Copilot in Outlook</a:t>
            </a:r>
            <a:endParaRPr kumimoji="0" lang="en-US" sz="1000" b="0" i="0" u="none" strike="noStrike" kern="1200" cap="none" spc="0" normalizeH="0" baseline="30000" noProof="0" dirty="0">
              <a:ln>
                <a:noFill/>
              </a:ln>
              <a:solidFill>
                <a:prstClr val="black"/>
              </a:solidFill>
              <a:effectLst/>
              <a:uLnTx/>
              <a:uFillTx/>
              <a:latin typeface="Segoe UI Semibold"/>
              <a:ea typeface="+mn-ea"/>
              <a:cs typeface="+mn-cs"/>
            </a:endParaRPr>
          </a:p>
        </p:txBody>
      </p:sp>
      <p:sp>
        <p:nvSpPr>
          <p:cNvPr id="178" name="TextBox 89">
            <a:extLst>
              <a:ext uri="{FF2B5EF4-FFF2-40B4-BE49-F238E27FC236}">
                <a16:creationId xmlns:a16="http://schemas.microsoft.com/office/drawing/2014/main" id="{042C00B4-9C4F-8527-0283-4504ABD7E1F0}"/>
              </a:ext>
              <a:ext uri="{C183D7F6-B498-43B3-948B-1728B52AA6E4}">
                <adec:decorative xmlns:adec="http://schemas.microsoft.com/office/drawing/2017/decorative" val="0"/>
              </a:ext>
            </a:extLst>
          </p:cNvPr>
          <p:cNvSpPr txBox="1"/>
          <p:nvPr/>
        </p:nvSpPr>
        <p:spPr>
          <a:xfrm>
            <a:off x="7428076" y="5292825"/>
            <a:ext cx="865585" cy="307777"/>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Copilot in Outlook</a:t>
            </a:r>
            <a:endParaRPr kumimoji="0" lang="en-US" sz="1000" b="0" i="0" u="none" strike="noStrike" kern="1200" cap="none" spc="0" normalizeH="0" baseline="30000" noProof="0" dirty="0">
              <a:ln>
                <a:noFill/>
              </a:ln>
              <a:solidFill>
                <a:prstClr val="black"/>
              </a:solidFill>
              <a:effectLst/>
              <a:uLnTx/>
              <a:uFillTx/>
              <a:latin typeface="Segoe UI Semibold"/>
              <a:ea typeface="+mn-ea"/>
              <a:cs typeface="+mn-cs"/>
            </a:endParaRPr>
          </a:p>
        </p:txBody>
      </p:sp>
      <p:sp>
        <p:nvSpPr>
          <p:cNvPr id="181" name="TextBox 180">
            <a:extLst>
              <a:ext uri="{FF2B5EF4-FFF2-40B4-BE49-F238E27FC236}">
                <a16:creationId xmlns:a16="http://schemas.microsoft.com/office/drawing/2014/main" id="{A002C9A7-1DCA-7328-5246-656AECD4BC16}"/>
              </a:ext>
              <a:ext uri="{C183D7F6-B498-43B3-948B-1728B52AA6E4}">
                <adec:decorative xmlns:adec="http://schemas.microsoft.com/office/drawing/2017/decorative" val="0"/>
              </a:ext>
            </a:extLst>
          </p:cNvPr>
          <p:cNvSpPr txBox="1"/>
          <p:nvPr/>
        </p:nvSpPr>
        <p:spPr>
          <a:xfrm>
            <a:off x="8832220" y="5292825"/>
            <a:ext cx="922174" cy="307777"/>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Teams</a:t>
            </a:r>
          </a:p>
        </p:txBody>
      </p:sp>
      <p:pic>
        <p:nvPicPr>
          <p:cNvPr id="2" name="Picture 1" descr="Outlook logo">
            <a:extLst>
              <a:ext uri="{FF2B5EF4-FFF2-40B4-BE49-F238E27FC236}">
                <a16:creationId xmlns:a16="http://schemas.microsoft.com/office/drawing/2014/main" id="{222B34B9-A926-962D-E94A-E0F3CFDDDC96}"/>
              </a:ext>
            </a:extLst>
          </p:cNvPr>
          <p:cNvPicPr>
            <a:picLocks noChangeAspect="1"/>
          </p:cNvPicPr>
          <p:nvPr/>
        </p:nvPicPr>
        <p:blipFill>
          <a:blip r:embed="rId13"/>
          <a:stretch>
            <a:fillRect/>
          </a:stretch>
        </p:blipFill>
        <p:spPr>
          <a:xfrm>
            <a:off x="631612" y="5312338"/>
            <a:ext cx="265176" cy="265176"/>
          </a:xfrm>
          <a:prstGeom prst="rect">
            <a:avLst/>
          </a:prstGeom>
        </p:spPr>
      </p:pic>
      <p:pic>
        <p:nvPicPr>
          <p:cNvPr id="4" name="Picture 3" descr="Outlook logo">
            <a:extLst>
              <a:ext uri="{FF2B5EF4-FFF2-40B4-BE49-F238E27FC236}">
                <a16:creationId xmlns:a16="http://schemas.microsoft.com/office/drawing/2014/main" id="{6F9E56B1-CF5C-03C2-88EF-CF969DBFC97A}"/>
              </a:ext>
            </a:extLst>
          </p:cNvPr>
          <p:cNvPicPr>
            <a:picLocks noChangeAspect="1"/>
          </p:cNvPicPr>
          <p:nvPr/>
        </p:nvPicPr>
        <p:blipFill>
          <a:blip r:embed="rId13"/>
          <a:stretch>
            <a:fillRect/>
          </a:stretch>
        </p:blipFill>
        <p:spPr>
          <a:xfrm>
            <a:off x="6998534" y="5312338"/>
            <a:ext cx="265176" cy="265176"/>
          </a:xfrm>
          <a:prstGeom prst="rect">
            <a:avLst/>
          </a:prstGeom>
        </p:spPr>
      </p:pic>
      <p:pic>
        <p:nvPicPr>
          <p:cNvPr id="5" name="Picture 4" descr="Teams logo">
            <a:extLst>
              <a:ext uri="{FF2B5EF4-FFF2-40B4-BE49-F238E27FC236}">
                <a16:creationId xmlns:a16="http://schemas.microsoft.com/office/drawing/2014/main" id="{93FD1A6F-1702-7358-BBBE-1D60CCDDC58B}"/>
              </a:ext>
            </a:extLst>
          </p:cNvPr>
          <p:cNvPicPr>
            <a:picLocks noChangeAspect="1"/>
          </p:cNvPicPr>
          <p:nvPr/>
        </p:nvPicPr>
        <p:blipFill>
          <a:blip r:embed="rId14"/>
          <a:stretch>
            <a:fillRect/>
          </a:stretch>
        </p:blipFill>
        <p:spPr>
          <a:xfrm>
            <a:off x="8458027" y="5312338"/>
            <a:ext cx="265176" cy="265176"/>
          </a:xfrm>
          <a:prstGeom prst="rect">
            <a:avLst/>
          </a:prstGeom>
        </p:spPr>
      </p:pic>
    </p:spTree>
    <p:extLst>
      <p:ext uri="{BB962C8B-B14F-4D97-AF65-F5344CB8AC3E}">
        <p14:creationId xmlns:p14="http://schemas.microsoft.com/office/powerpoint/2010/main" val="461617010"/>
      </p:ext>
    </p:extLst>
  </p:cSld>
  <p:clrMapOvr>
    <a:masterClrMapping/>
  </p:clrMapOvr>
  <p:transition>
    <p:fade/>
  </p:transition>
</p:sld>
</file>

<file path=ppt/theme/theme1.xml><?xml version="1.0" encoding="utf-8"?>
<a:theme xmlns:a="http://schemas.openxmlformats.org/drawingml/2006/main" name="Light 16x9">
  <a:themeElements>
    <a:clrScheme name="Custom 7">
      <a:dk1>
        <a:srgbClr val="000000"/>
      </a:dk1>
      <a:lt1>
        <a:srgbClr val="FFFFFF"/>
      </a:lt1>
      <a:dk2>
        <a:srgbClr val="463668"/>
      </a:dk2>
      <a:lt2>
        <a:srgbClr val="E8E6DF"/>
      </a:lt2>
      <a:accent1>
        <a:srgbClr val="463668"/>
      </a:accent1>
      <a:accent2>
        <a:srgbClr val="C5B4E3"/>
      </a:accent2>
      <a:accent3>
        <a:srgbClr val="C03BC4"/>
      </a:accent3>
      <a:accent4>
        <a:srgbClr val="8C8279"/>
      </a:accent4>
      <a:accent5>
        <a:srgbClr val="D59ED7"/>
      </a:accent5>
      <a:accent6>
        <a:srgbClr val="D7D2CB"/>
      </a:accent6>
      <a:hlink>
        <a:srgbClr val="8661C5"/>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brand template starter - 16x9 v04.potx" id="{4908BB59-E0F9-4262-9337-B2D75939F852}" vid="{C1F6406B-B671-42E9-A581-A06DD50715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404</Words>
  <Application>Microsoft Office PowerPoint</Application>
  <PresentationFormat>Widescreen</PresentationFormat>
  <Paragraphs>33</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Segoe UI</vt:lpstr>
      <vt:lpstr>Segoe UI Semibold</vt:lpstr>
      <vt:lpstr>Wingdings</vt:lpstr>
      <vt:lpstr>Light 16x9</vt:lpstr>
      <vt:lpstr>A day in the life of a Business Manager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2026-01-15T22:07:23Z</dcterms:created>
  <dcterms:modified xsi:type="dcterms:W3CDTF">2026-01-16T17:49:40Z</dcterms:modified>
</cp:coreProperties>
</file>